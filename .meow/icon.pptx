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60" r:id="rId5"/>
    <p:sldId id="261" r:id="rId6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4898"/>
    <a:srgbClr val="D01248"/>
    <a:srgbClr val="A923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30" autoAdjust="0"/>
    <p:restoredTop sz="94660"/>
  </p:normalViewPr>
  <p:slideViewPr>
    <p:cSldViewPr snapToGrid="0">
      <p:cViewPr>
        <p:scale>
          <a:sx n="102" d="100"/>
          <a:sy n="102" d="100"/>
        </p:scale>
        <p:origin x="217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8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7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9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2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34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8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2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0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0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22E8-8589-4FE8-A359-9E666A3CF65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0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6935852-AC94-7A32-B9B3-5F3070B4C26A}"/>
              </a:ext>
            </a:extLst>
          </p:cNvPr>
          <p:cNvSpPr/>
          <p:nvPr/>
        </p:nvSpPr>
        <p:spPr>
          <a:xfrm>
            <a:off x="1346547" y="3761507"/>
            <a:ext cx="4271783" cy="1271812"/>
          </a:xfrm>
          <a:custGeom>
            <a:avLst/>
            <a:gdLst>
              <a:gd name="csX0" fmla="*/ 1208756 w 4271783"/>
              <a:gd name="csY0" fmla="*/ 502936 h 1271812"/>
              <a:gd name="csX1" fmla="*/ 1075789 w 4271783"/>
              <a:gd name="csY1" fmla="*/ 635903 h 1271812"/>
              <a:gd name="csX2" fmla="*/ 1208756 w 4271783"/>
              <a:gd name="csY2" fmla="*/ 768870 h 1271812"/>
              <a:gd name="csX3" fmla="*/ 3063025 w 4271783"/>
              <a:gd name="csY3" fmla="*/ 768870 h 1271812"/>
              <a:gd name="csX4" fmla="*/ 3195992 w 4271783"/>
              <a:gd name="csY4" fmla="*/ 635903 h 1271812"/>
              <a:gd name="csX5" fmla="*/ 3063025 w 4271783"/>
              <a:gd name="csY5" fmla="*/ 502936 h 1271812"/>
              <a:gd name="csX6" fmla="*/ 628640 w 4271783"/>
              <a:gd name="csY6" fmla="*/ 452522 h 1271812"/>
              <a:gd name="csX7" fmla="*/ 445257 w 4271783"/>
              <a:gd name="csY7" fmla="*/ 635905 h 1271812"/>
              <a:gd name="csX8" fmla="*/ 628640 w 4271783"/>
              <a:gd name="csY8" fmla="*/ 819288 h 1271812"/>
              <a:gd name="csX9" fmla="*/ 812023 w 4271783"/>
              <a:gd name="csY9" fmla="*/ 635905 h 1271812"/>
              <a:gd name="csX10" fmla="*/ 628640 w 4271783"/>
              <a:gd name="csY10" fmla="*/ 452522 h 1271812"/>
              <a:gd name="csX11" fmla="*/ 3643147 w 4271783"/>
              <a:gd name="csY11" fmla="*/ 452521 h 1271812"/>
              <a:gd name="csX12" fmla="*/ 3459764 w 4271783"/>
              <a:gd name="csY12" fmla="*/ 635904 h 1271812"/>
              <a:gd name="csX13" fmla="*/ 3643147 w 4271783"/>
              <a:gd name="csY13" fmla="*/ 819287 h 1271812"/>
              <a:gd name="csX14" fmla="*/ 3826530 w 4271783"/>
              <a:gd name="csY14" fmla="*/ 635904 h 1271812"/>
              <a:gd name="csX15" fmla="*/ 3643147 w 4271783"/>
              <a:gd name="csY15" fmla="*/ 452521 h 1271812"/>
              <a:gd name="csX16" fmla="*/ 315422 w 4271783"/>
              <a:gd name="csY16" fmla="*/ 0 h 1271812"/>
              <a:gd name="csX17" fmla="*/ 3956361 w 4271783"/>
              <a:gd name="csY17" fmla="*/ 0 h 1271812"/>
              <a:gd name="csX18" fmla="*/ 4271783 w 4271783"/>
              <a:gd name="csY18" fmla="*/ 315422 h 1271812"/>
              <a:gd name="csX19" fmla="*/ 4271783 w 4271783"/>
              <a:gd name="csY19" fmla="*/ 956390 h 1271812"/>
              <a:gd name="csX20" fmla="*/ 3956361 w 4271783"/>
              <a:gd name="csY20" fmla="*/ 1271812 h 1271812"/>
              <a:gd name="csX21" fmla="*/ 315422 w 4271783"/>
              <a:gd name="csY21" fmla="*/ 1271812 h 1271812"/>
              <a:gd name="csX22" fmla="*/ 0 w 4271783"/>
              <a:gd name="csY22" fmla="*/ 956390 h 1271812"/>
              <a:gd name="csX23" fmla="*/ 0 w 4271783"/>
              <a:gd name="csY23" fmla="*/ 315422 h 1271812"/>
              <a:gd name="csX24" fmla="*/ 315422 w 4271783"/>
              <a:gd name="csY24" fmla="*/ 0 h 1271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271783" h="1271812">
                <a:moveTo>
                  <a:pt x="1208756" y="502936"/>
                </a:moveTo>
                <a:cubicBezTo>
                  <a:pt x="1135320" y="502936"/>
                  <a:pt x="1075789" y="562467"/>
                  <a:pt x="1075789" y="635903"/>
                </a:cubicBezTo>
                <a:cubicBezTo>
                  <a:pt x="1075789" y="709339"/>
                  <a:pt x="1135320" y="768870"/>
                  <a:pt x="1208756" y="768870"/>
                </a:cubicBezTo>
                <a:lnTo>
                  <a:pt x="3063025" y="768870"/>
                </a:lnTo>
                <a:cubicBezTo>
                  <a:pt x="3136461" y="768870"/>
                  <a:pt x="3195992" y="709339"/>
                  <a:pt x="3195992" y="635903"/>
                </a:cubicBezTo>
                <a:cubicBezTo>
                  <a:pt x="3195992" y="562467"/>
                  <a:pt x="3136461" y="502936"/>
                  <a:pt x="3063025" y="502936"/>
                </a:cubicBezTo>
                <a:close/>
                <a:moveTo>
                  <a:pt x="628640" y="452522"/>
                </a:moveTo>
                <a:cubicBezTo>
                  <a:pt x="527360" y="452522"/>
                  <a:pt x="445257" y="534625"/>
                  <a:pt x="445257" y="635905"/>
                </a:cubicBezTo>
                <a:cubicBezTo>
                  <a:pt x="445257" y="737185"/>
                  <a:pt x="527360" y="819288"/>
                  <a:pt x="628640" y="819288"/>
                </a:cubicBezTo>
                <a:cubicBezTo>
                  <a:pt x="729920" y="819288"/>
                  <a:pt x="812023" y="737185"/>
                  <a:pt x="812023" y="635905"/>
                </a:cubicBezTo>
                <a:cubicBezTo>
                  <a:pt x="812023" y="534625"/>
                  <a:pt x="729920" y="452522"/>
                  <a:pt x="628640" y="452522"/>
                </a:cubicBezTo>
                <a:close/>
                <a:moveTo>
                  <a:pt x="3643147" y="452521"/>
                </a:moveTo>
                <a:cubicBezTo>
                  <a:pt x="3541867" y="452521"/>
                  <a:pt x="3459764" y="534624"/>
                  <a:pt x="3459764" y="635904"/>
                </a:cubicBezTo>
                <a:cubicBezTo>
                  <a:pt x="3459764" y="737184"/>
                  <a:pt x="3541867" y="819287"/>
                  <a:pt x="3643147" y="819287"/>
                </a:cubicBezTo>
                <a:cubicBezTo>
                  <a:pt x="3744427" y="819287"/>
                  <a:pt x="3826530" y="737184"/>
                  <a:pt x="3826530" y="635904"/>
                </a:cubicBezTo>
                <a:cubicBezTo>
                  <a:pt x="3826530" y="534624"/>
                  <a:pt x="3744427" y="452521"/>
                  <a:pt x="3643147" y="452521"/>
                </a:cubicBezTo>
                <a:close/>
                <a:moveTo>
                  <a:pt x="315422" y="0"/>
                </a:moveTo>
                <a:lnTo>
                  <a:pt x="3956361" y="0"/>
                </a:lnTo>
                <a:cubicBezTo>
                  <a:pt x="4130564" y="0"/>
                  <a:pt x="4271783" y="141219"/>
                  <a:pt x="4271783" y="315422"/>
                </a:cubicBezTo>
                <a:lnTo>
                  <a:pt x="4271783" y="956390"/>
                </a:lnTo>
                <a:cubicBezTo>
                  <a:pt x="4271783" y="1130593"/>
                  <a:pt x="4130564" y="1271812"/>
                  <a:pt x="3956361" y="1271812"/>
                </a:cubicBezTo>
                <a:lnTo>
                  <a:pt x="315422" y="1271812"/>
                </a:lnTo>
                <a:cubicBezTo>
                  <a:pt x="141219" y="1271812"/>
                  <a:pt x="0" y="1130593"/>
                  <a:pt x="0" y="956390"/>
                </a:cubicBezTo>
                <a:lnTo>
                  <a:pt x="0" y="315422"/>
                </a:lnTo>
                <a:cubicBezTo>
                  <a:pt x="0" y="141219"/>
                  <a:pt x="141219" y="0"/>
                  <a:pt x="3154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00543E3-6405-F538-C00B-56CF58C03ADD}"/>
              </a:ext>
            </a:extLst>
          </p:cNvPr>
          <p:cNvSpPr/>
          <p:nvPr/>
        </p:nvSpPr>
        <p:spPr>
          <a:xfrm>
            <a:off x="4496473" y="3264111"/>
            <a:ext cx="763674" cy="643623"/>
          </a:xfrm>
          <a:custGeom>
            <a:avLst/>
            <a:gdLst>
              <a:gd name="csX0" fmla="*/ 0 w 763674"/>
              <a:gd name="csY0" fmla="*/ 119327 h 715945"/>
              <a:gd name="csX1" fmla="*/ 119327 w 763674"/>
              <a:gd name="csY1" fmla="*/ 0 h 715945"/>
              <a:gd name="csX2" fmla="*/ 644347 w 763674"/>
              <a:gd name="csY2" fmla="*/ 0 h 715945"/>
              <a:gd name="csX3" fmla="*/ 763674 w 763674"/>
              <a:gd name="csY3" fmla="*/ 119327 h 715945"/>
              <a:gd name="csX4" fmla="*/ 763674 w 763674"/>
              <a:gd name="csY4" fmla="*/ 596618 h 715945"/>
              <a:gd name="csX5" fmla="*/ 644347 w 763674"/>
              <a:gd name="csY5" fmla="*/ 715945 h 715945"/>
              <a:gd name="csX6" fmla="*/ 119327 w 763674"/>
              <a:gd name="csY6" fmla="*/ 715945 h 715945"/>
              <a:gd name="csX7" fmla="*/ 0 w 763674"/>
              <a:gd name="csY7" fmla="*/ 596618 h 715945"/>
              <a:gd name="csX8" fmla="*/ 0 w 763674"/>
              <a:gd name="csY8" fmla="*/ 119327 h 715945"/>
              <a:gd name="csX0" fmla="*/ 0 w 763674"/>
              <a:gd name="csY0" fmla="*/ 119327 h 715945"/>
              <a:gd name="csX1" fmla="*/ 119327 w 763674"/>
              <a:gd name="csY1" fmla="*/ 0 h 715945"/>
              <a:gd name="csX2" fmla="*/ 644347 w 763674"/>
              <a:gd name="csY2" fmla="*/ 0 h 715945"/>
              <a:gd name="csX3" fmla="*/ 763674 w 763674"/>
              <a:gd name="csY3" fmla="*/ 596618 h 715945"/>
              <a:gd name="csX4" fmla="*/ 644347 w 763674"/>
              <a:gd name="csY4" fmla="*/ 715945 h 715945"/>
              <a:gd name="csX5" fmla="*/ 119327 w 763674"/>
              <a:gd name="csY5" fmla="*/ 715945 h 715945"/>
              <a:gd name="csX6" fmla="*/ 0 w 763674"/>
              <a:gd name="csY6" fmla="*/ 596618 h 715945"/>
              <a:gd name="csX7" fmla="*/ 0 w 763674"/>
              <a:gd name="csY7" fmla="*/ 119327 h 715945"/>
              <a:gd name="csX0" fmla="*/ 0 w 763674"/>
              <a:gd name="csY0" fmla="*/ 119327 h 715945"/>
              <a:gd name="csX1" fmla="*/ 119327 w 763674"/>
              <a:gd name="csY1" fmla="*/ 0 h 715945"/>
              <a:gd name="csX2" fmla="*/ 763674 w 763674"/>
              <a:gd name="csY2" fmla="*/ 596618 h 715945"/>
              <a:gd name="csX3" fmla="*/ 644347 w 763674"/>
              <a:gd name="csY3" fmla="*/ 715945 h 715945"/>
              <a:gd name="csX4" fmla="*/ 119327 w 763674"/>
              <a:gd name="csY4" fmla="*/ 715945 h 715945"/>
              <a:gd name="csX5" fmla="*/ 0 w 763674"/>
              <a:gd name="csY5" fmla="*/ 596618 h 715945"/>
              <a:gd name="csX6" fmla="*/ 0 w 763674"/>
              <a:gd name="csY6" fmla="*/ 119327 h 715945"/>
              <a:gd name="csX0" fmla="*/ 0 w 763674"/>
              <a:gd name="csY0" fmla="*/ 64067 h 660685"/>
              <a:gd name="csX1" fmla="*/ 611696 w 763674"/>
              <a:gd name="csY1" fmla="*/ 6 h 660685"/>
              <a:gd name="csX2" fmla="*/ 763674 w 763674"/>
              <a:gd name="csY2" fmla="*/ 541358 h 660685"/>
              <a:gd name="csX3" fmla="*/ 644347 w 763674"/>
              <a:gd name="csY3" fmla="*/ 660685 h 660685"/>
              <a:gd name="csX4" fmla="*/ 119327 w 763674"/>
              <a:gd name="csY4" fmla="*/ 660685 h 660685"/>
              <a:gd name="csX5" fmla="*/ 0 w 763674"/>
              <a:gd name="csY5" fmla="*/ 541358 h 660685"/>
              <a:gd name="csX6" fmla="*/ 0 w 763674"/>
              <a:gd name="csY6" fmla="*/ 64067 h 660685"/>
              <a:gd name="csX0" fmla="*/ 427055 w 763674"/>
              <a:gd name="csY0" fmla="*/ 37076 h 673888"/>
              <a:gd name="csX1" fmla="*/ 611696 w 763674"/>
              <a:gd name="csY1" fmla="*/ 13209 h 673888"/>
              <a:gd name="csX2" fmla="*/ 763674 w 763674"/>
              <a:gd name="csY2" fmla="*/ 554561 h 673888"/>
              <a:gd name="csX3" fmla="*/ 644347 w 763674"/>
              <a:gd name="csY3" fmla="*/ 673888 h 673888"/>
              <a:gd name="csX4" fmla="*/ 119327 w 763674"/>
              <a:gd name="csY4" fmla="*/ 673888 h 673888"/>
              <a:gd name="csX5" fmla="*/ 0 w 763674"/>
              <a:gd name="csY5" fmla="*/ 554561 h 673888"/>
              <a:gd name="csX6" fmla="*/ 427055 w 763674"/>
              <a:gd name="csY6" fmla="*/ 37076 h 673888"/>
              <a:gd name="csX0" fmla="*/ 427055 w 763674"/>
              <a:gd name="csY0" fmla="*/ 25621 h 662433"/>
              <a:gd name="csX1" fmla="*/ 611696 w 763674"/>
              <a:gd name="csY1" fmla="*/ 1754 h 662433"/>
              <a:gd name="csX2" fmla="*/ 763674 w 763674"/>
              <a:gd name="csY2" fmla="*/ 543106 h 662433"/>
              <a:gd name="csX3" fmla="*/ 644347 w 763674"/>
              <a:gd name="csY3" fmla="*/ 662433 h 662433"/>
              <a:gd name="csX4" fmla="*/ 119327 w 763674"/>
              <a:gd name="csY4" fmla="*/ 662433 h 662433"/>
              <a:gd name="csX5" fmla="*/ 0 w 763674"/>
              <a:gd name="csY5" fmla="*/ 543106 h 662433"/>
              <a:gd name="csX6" fmla="*/ 427055 w 763674"/>
              <a:gd name="csY6" fmla="*/ 25621 h 662433"/>
              <a:gd name="csX0" fmla="*/ 427055 w 763674"/>
              <a:gd name="csY0" fmla="*/ 32916 h 669728"/>
              <a:gd name="csX1" fmla="*/ 611696 w 763674"/>
              <a:gd name="csY1" fmla="*/ 9049 h 669728"/>
              <a:gd name="csX2" fmla="*/ 763674 w 763674"/>
              <a:gd name="csY2" fmla="*/ 550401 h 669728"/>
              <a:gd name="csX3" fmla="*/ 644347 w 763674"/>
              <a:gd name="csY3" fmla="*/ 669728 h 669728"/>
              <a:gd name="csX4" fmla="*/ 119327 w 763674"/>
              <a:gd name="csY4" fmla="*/ 669728 h 669728"/>
              <a:gd name="csX5" fmla="*/ 0 w 763674"/>
              <a:gd name="csY5" fmla="*/ 550401 h 669728"/>
              <a:gd name="csX6" fmla="*/ 427055 w 763674"/>
              <a:gd name="csY6" fmla="*/ 32916 h 669728"/>
              <a:gd name="csX0" fmla="*/ 427055 w 763674"/>
              <a:gd name="csY0" fmla="*/ 0 h 636812"/>
              <a:gd name="csX1" fmla="*/ 763674 w 763674"/>
              <a:gd name="csY1" fmla="*/ 517485 h 636812"/>
              <a:gd name="csX2" fmla="*/ 644347 w 763674"/>
              <a:gd name="csY2" fmla="*/ 636812 h 636812"/>
              <a:gd name="csX3" fmla="*/ 119327 w 763674"/>
              <a:gd name="csY3" fmla="*/ 636812 h 636812"/>
              <a:gd name="csX4" fmla="*/ 0 w 763674"/>
              <a:gd name="csY4" fmla="*/ 517485 h 636812"/>
              <a:gd name="csX5" fmla="*/ 427055 w 763674"/>
              <a:gd name="csY5" fmla="*/ 0 h 636812"/>
              <a:gd name="csX0" fmla="*/ 566684 w 763674"/>
              <a:gd name="csY0" fmla="*/ 0 h 643623"/>
              <a:gd name="csX1" fmla="*/ 763674 w 763674"/>
              <a:gd name="csY1" fmla="*/ 524296 h 643623"/>
              <a:gd name="csX2" fmla="*/ 644347 w 763674"/>
              <a:gd name="csY2" fmla="*/ 643623 h 643623"/>
              <a:gd name="csX3" fmla="*/ 119327 w 763674"/>
              <a:gd name="csY3" fmla="*/ 643623 h 643623"/>
              <a:gd name="csX4" fmla="*/ 0 w 763674"/>
              <a:gd name="csY4" fmla="*/ 524296 h 643623"/>
              <a:gd name="csX5" fmla="*/ 566684 w 763674"/>
              <a:gd name="csY5" fmla="*/ 0 h 643623"/>
              <a:gd name="csX0" fmla="*/ 566684 w 763674"/>
              <a:gd name="csY0" fmla="*/ 0 h 643623"/>
              <a:gd name="csX1" fmla="*/ 763674 w 763674"/>
              <a:gd name="csY1" fmla="*/ 524296 h 643623"/>
              <a:gd name="csX2" fmla="*/ 644347 w 763674"/>
              <a:gd name="csY2" fmla="*/ 643623 h 643623"/>
              <a:gd name="csX3" fmla="*/ 119327 w 763674"/>
              <a:gd name="csY3" fmla="*/ 643623 h 643623"/>
              <a:gd name="csX4" fmla="*/ 0 w 763674"/>
              <a:gd name="csY4" fmla="*/ 524296 h 643623"/>
              <a:gd name="csX5" fmla="*/ 566684 w 763674"/>
              <a:gd name="csY5" fmla="*/ 0 h 643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63674" h="643623">
                <a:moveTo>
                  <a:pt x="566684" y="0"/>
                </a:moveTo>
                <a:cubicBezTo>
                  <a:pt x="693963" y="0"/>
                  <a:pt x="727459" y="418161"/>
                  <a:pt x="763674" y="524296"/>
                </a:cubicBezTo>
                <a:cubicBezTo>
                  <a:pt x="763674" y="590198"/>
                  <a:pt x="710249" y="643623"/>
                  <a:pt x="644347" y="643623"/>
                </a:cubicBezTo>
                <a:lnTo>
                  <a:pt x="119327" y="643623"/>
                </a:lnTo>
                <a:cubicBezTo>
                  <a:pt x="53425" y="643623"/>
                  <a:pt x="0" y="590198"/>
                  <a:pt x="0" y="524296"/>
                </a:cubicBezTo>
                <a:cubicBezTo>
                  <a:pt x="188895" y="349531"/>
                  <a:pt x="454415" y="4485"/>
                  <a:pt x="5666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矩形: 圆角 9">
            <a:extLst>
              <a:ext uri="{FF2B5EF4-FFF2-40B4-BE49-F238E27FC236}">
                <a16:creationId xmlns:a16="http://schemas.microsoft.com/office/drawing/2014/main" id="{AE6BA480-30E1-6F84-E064-76A20C3A8CBE}"/>
              </a:ext>
            </a:extLst>
          </p:cNvPr>
          <p:cNvSpPr/>
          <p:nvPr/>
        </p:nvSpPr>
        <p:spPr>
          <a:xfrm flipH="1">
            <a:off x="1666648" y="3264110"/>
            <a:ext cx="870927" cy="643623"/>
          </a:xfrm>
          <a:custGeom>
            <a:avLst/>
            <a:gdLst>
              <a:gd name="csX0" fmla="*/ 0 w 763674"/>
              <a:gd name="csY0" fmla="*/ 119327 h 715945"/>
              <a:gd name="csX1" fmla="*/ 119327 w 763674"/>
              <a:gd name="csY1" fmla="*/ 0 h 715945"/>
              <a:gd name="csX2" fmla="*/ 644347 w 763674"/>
              <a:gd name="csY2" fmla="*/ 0 h 715945"/>
              <a:gd name="csX3" fmla="*/ 763674 w 763674"/>
              <a:gd name="csY3" fmla="*/ 119327 h 715945"/>
              <a:gd name="csX4" fmla="*/ 763674 w 763674"/>
              <a:gd name="csY4" fmla="*/ 596618 h 715945"/>
              <a:gd name="csX5" fmla="*/ 644347 w 763674"/>
              <a:gd name="csY5" fmla="*/ 715945 h 715945"/>
              <a:gd name="csX6" fmla="*/ 119327 w 763674"/>
              <a:gd name="csY6" fmla="*/ 715945 h 715945"/>
              <a:gd name="csX7" fmla="*/ 0 w 763674"/>
              <a:gd name="csY7" fmla="*/ 596618 h 715945"/>
              <a:gd name="csX8" fmla="*/ 0 w 763674"/>
              <a:gd name="csY8" fmla="*/ 119327 h 715945"/>
              <a:gd name="csX0" fmla="*/ 0 w 763674"/>
              <a:gd name="csY0" fmla="*/ 119327 h 715945"/>
              <a:gd name="csX1" fmla="*/ 119327 w 763674"/>
              <a:gd name="csY1" fmla="*/ 0 h 715945"/>
              <a:gd name="csX2" fmla="*/ 644347 w 763674"/>
              <a:gd name="csY2" fmla="*/ 0 h 715945"/>
              <a:gd name="csX3" fmla="*/ 763674 w 763674"/>
              <a:gd name="csY3" fmla="*/ 596618 h 715945"/>
              <a:gd name="csX4" fmla="*/ 644347 w 763674"/>
              <a:gd name="csY4" fmla="*/ 715945 h 715945"/>
              <a:gd name="csX5" fmla="*/ 119327 w 763674"/>
              <a:gd name="csY5" fmla="*/ 715945 h 715945"/>
              <a:gd name="csX6" fmla="*/ 0 w 763674"/>
              <a:gd name="csY6" fmla="*/ 596618 h 715945"/>
              <a:gd name="csX7" fmla="*/ 0 w 763674"/>
              <a:gd name="csY7" fmla="*/ 119327 h 715945"/>
              <a:gd name="csX0" fmla="*/ 0 w 763674"/>
              <a:gd name="csY0" fmla="*/ 119327 h 715945"/>
              <a:gd name="csX1" fmla="*/ 119327 w 763674"/>
              <a:gd name="csY1" fmla="*/ 0 h 715945"/>
              <a:gd name="csX2" fmla="*/ 763674 w 763674"/>
              <a:gd name="csY2" fmla="*/ 596618 h 715945"/>
              <a:gd name="csX3" fmla="*/ 644347 w 763674"/>
              <a:gd name="csY3" fmla="*/ 715945 h 715945"/>
              <a:gd name="csX4" fmla="*/ 119327 w 763674"/>
              <a:gd name="csY4" fmla="*/ 715945 h 715945"/>
              <a:gd name="csX5" fmla="*/ 0 w 763674"/>
              <a:gd name="csY5" fmla="*/ 596618 h 715945"/>
              <a:gd name="csX6" fmla="*/ 0 w 763674"/>
              <a:gd name="csY6" fmla="*/ 119327 h 715945"/>
              <a:gd name="csX0" fmla="*/ 0 w 763674"/>
              <a:gd name="csY0" fmla="*/ 64067 h 660685"/>
              <a:gd name="csX1" fmla="*/ 611696 w 763674"/>
              <a:gd name="csY1" fmla="*/ 6 h 660685"/>
              <a:gd name="csX2" fmla="*/ 763674 w 763674"/>
              <a:gd name="csY2" fmla="*/ 541358 h 660685"/>
              <a:gd name="csX3" fmla="*/ 644347 w 763674"/>
              <a:gd name="csY3" fmla="*/ 660685 h 660685"/>
              <a:gd name="csX4" fmla="*/ 119327 w 763674"/>
              <a:gd name="csY4" fmla="*/ 660685 h 660685"/>
              <a:gd name="csX5" fmla="*/ 0 w 763674"/>
              <a:gd name="csY5" fmla="*/ 541358 h 660685"/>
              <a:gd name="csX6" fmla="*/ 0 w 763674"/>
              <a:gd name="csY6" fmla="*/ 64067 h 660685"/>
              <a:gd name="csX0" fmla="*/ 427055 w 763674"/>
              <a:gd name="csY0" fmla="*/ 37076 h 673888"/>
              <a:gd name="csX1" fmla="*/ 611696 w 763674"/>
              <a:gd name="csY1" fmla="*/ 13209 h 673888"/>
              <a:gd name="csX2" fmla="*/ 763674 w 763674"/>
              <a:gd name="csY2" fmla="*/ 554561 h 673888"/>
              <a:gd name="csX3" fmla="*/ 644347 w 763674"/>
              <a:gd name="csY3" fmla="*/ 673888 h 673888"/>
              <a:gd name="csX4" fmla="*/ 119327 w 763674"/>
              <a:gd name="csY4" fmla="*/ 673888 h 673888"/>
              <a:gd name="csX5" fmla="*/ 0 w 763674"/>
              <a:gd name="csY5" fmla="*/ 554561 h 673888"/>
              <a:gd name="csX6" fmla="*/ 427055 w 763674"/>
              <a:gd name="csY6" fmla="*/ 37076 h 673888"/>
              <a:gd name="csX0" fmla="*/ 427055 w 763674"/>
              <a:gd name="csY0" fmla="*/ 25621 h 662433"/>
              <a:gd name="csX1" fmla="*/ 611696 w 763674"/>
              <a:gd name="csY1" fmla="*/ 1754 h 662433"/>
              <a:gd name="csX2" fmla="*/ 763674 w 763674"/>
              <a:gd name="csY2" fmla="*/ 543106 h 662433"/>
              <a:gd name="csX3" fmla="*/ 644347 w 763674"/>
              <a:gd name="csY3" fmla="*/ 662433 h 662433"/>
              <a:gd name="csX4" fmla="*/ 119327 w 763674"/>
              <a:gd name="csY4" fmla="*/ 662433 h 662433"/>
              <a:gd name="csX5" fmla="*/ 0 w 763674"/>
              <a:gd name="csY5" fmla="*/ 543106 h 662433"/>
              <a:gd name="csX6" fmla="*/ 427055 w 763674"/>
              <a:gd name="csY6" fmla="*/ 25621 h 662433"/>
              <a:gd name="csX0" fmla="*/ 427055 w 763674"/>
              <a:gd name="csY0" fmla="*/ 32916 h 669728"/>
              <a:gd name="csX1" fmla="*/ 611696 w 763674"/>
              <a:gd name="csY1" fmla="*/ 9049 h 669728"/>
              <a:gd name="csX2" fmla="*/ 763674 w 763674"/>
              <a:gd name="csY2" fmla="*/ 550401 h 669728"/>
              <a:gd name="csX3" fmla="*/ 644347 w 763674"/>
              <a:gd name="csY3" fmla="*/ 669728 h 669728"/>
              <a:gd name="csX4" fmla="*/ 119327 w 763674"/>
              <a:gd name="csY4" fmla="*/ 669728 h 669728"/>
              <a:gd name="csX5" fmla="*/ 0 w 763674"/>
              <a:gd name="csY5" fmla="*/ 550401 h 669728"/>
              <a:gd name="csX6" fmla="*/ 427055 w 763674"/>
              <a:gd name="csY6" fmla="*/ 32916 h 669728"/>
              <a:gd name="csX0" fmla="*/ 427055 w 763674"/>
              <a:gd name="csY0" fmla="*/ 0 h 636812"/>
              <a:gd name="csX1" fmla="*/ 763674 w 763674"/>
              <a:gd name="csY1" fmla="*/ 517485 h 636812"/>
              <a:gd name="csX2" fmla="*/ 644347 w 763674"/>
              <a:gd name="csY2" fmla="*/ 636812 h 636812"/>
              <a:gd name="csX3" fmla="*/ 119327 w 763674"/>
              <a:gd name="csY3" fmla="*/ 636812 h 636812"/>
              <a:gd name="csX4" fmla="*/ 0 w 763674"/>
              <a:gd name="csY4" fmla="*/ 517485 h 636812"/>
              <a:gd name="csX5" fmla="*/ 427055 w 763674"/>
              <a:gd name="csY5" fmla="*/ 0 h 636812"/>
              <a:gd name="csX0" fmla="*/ 566684 w 763674"/>
              <a:gd name="csY0" fmla="*/ 0 h 643623"/>
              <a:gd name="csX1" fmla="*/ 763674 w 763674"/>
              <a:gd name="csY1" fmla="*/ 524296 h 643623"/>
              <a:gd name="csX2" fmla="*/ 644347 w 763674"/>
              <a:gd name="csY2" fmla="*/ 643623 h 643623"/>
              <a:gd name="csX3" fmla="*/ 119327 w 763674"/>
              <a:gd name="csY3" fmla="*/ 643623 h 643623"/>
              <a:gd name="csX4" fmla="*/ 0 w 763674"/>
              <a:gd name="csY4" fmla="*/ 524296 h 643623"/>
              <a:gd name="csX5" fmla="*/ 566684 w 763674"/>
              <a:gd name="csY5" fmla="*/ 0 h 643623"/>
              <a:gd name="csX0" fmla="*/ 566684 w 763674"/>
              <a:gd name="csY0" fmla="*/ 0 h 643623"/>
              <a:gd name="csX1" fmla="*/ 763674 w 763674"/>
              <a:gd name="csY1" fmla="*/ 524296 h 643623"/>
              <a:gd name="csX2" fmla="*/ 644347 w 763674"/>
              <a:gd name="csY2" fmla="*/ 643623 h 643623"/>
              <a:gd name="csX3" fmla="*/ 119327 w 763674"/>
              <a:gd name="csY3" fmla="*/ 643623 h 643623"/>
              <a:gd name="csX4" fmla="*/ 0 w 763674"/>
              <a:gd name="csY4" fmla="*/ 524296 h 643623"/>
              <a:gd name="csX5" fmla="*/ 566684 w 763674"/>
              <a:gd name="csY5" fmla="*/ 0 h 643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63674" h="643623">
                <a:moveTo>
                  <a:pt x="566684" y="0"/>
                </a:moveTo>
                <a:cubicBezTo>
                  <a:pt x="693963" y="0"/>
                  <a:pt x="727459" y="418161"/>
                  <a:pt x="763674" y="524296"/>
                </a:cubicBezTo>
                <a:cubicBezTo>
                  <a:pt x="763674" y="590198"/>
                  <a:pt x="710249" y="643623"/>
                  <a:pt x="644347" y="643623"/>
                </a:cubicBezTo>
                <a:lnTo>
                  <a:pt x="119327" y="643623"/>
                </a:lnTo>
                <a:cubicBezTo>
                  <a:pt x="53425" y="643623"/>
                  <a:pt x="0" y="590198"/>
                  <a:pt x="0" y="524296"/>
                </a:cubicBezTo>
                <a:cubicBezTo>
                  <a:pt x="188895" y="349531"/>
                  <a:pt x="454415" y="4485"/>
                  <a:pt x="5666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1E10D0-C529-A657-1AFE-05CB970ADA9C}"/>
              </a:ext>
            </a:extLst>
          </p:cNvPr>
          <p:cNvGrpSpPr/>
          <p:nvPr/>
        </p:nvGrpSpPr>
        <p:grpSpPr>
          <a:xfrm>
            <a:off x="2766688" y="1945950"/>
            <a:ext cx="1306284" cy="1318160"/>
            <a:chOff x="2582884" y="1680359"/>
            <a:chExt cx="1306284" cy="131816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0B1406-79B9-506B-7060-47B3F12F25A7}"/>
                </a:ext>
              </a:extLst>
            </p:cNvPr>
            <p:cNvSpPr/>
            <p:nvPr/>
          </p:nvSpPr>
          <p:spPr>
            <a:xfrm>
              <a:off x="2582884" y="1680359"/>
              <a:ext cx="1092530" cy="1092530"/>
            </a:xfrm>
            <a:prstGeom prst="ellipse">
              <a:avLst/>
            </a:prstGeom>
            <a:noFill/>
            <a:ln w="203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259F588-58FC-B7E1-1C2E-7F8A44FB136A}"/>
                </a:ext>
              </a:extLst>
            </p:cNvPr>
            <p:cNvCxnSpPr>
              <a:stCxn id="12" idx="5"/>
            </p:cNvCxnSpPr>
            <p:nvPr/>
          </p:nvCxnSpPr>
          <p:spPr>
            <a:xfrm>
              <a:off x="3515417" y="2612892"/>
              <a:ext cx="373751" cy="385627"/>
            </a:xfrm>
            <a:prstGeom prst="line">
              <a:avLst/>
            </a:prstGeom>
            <a:ln w="2032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80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C106E9A-1CF0-5D98-64F2-92AADF6BA256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DB3CA5CA-F478-6CEC-0BFE-2447FC76FF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686" y="2361241"/>
            <a:ext cx="1718223" cy="1745301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DEEF026-1D9A-6F88-A0E6-497646275F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809" y="2004185"/>
            <a:ext cx="1870481" cy="1899958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4DE58DED-AB8A-1183-55B4-D23E1A29E95C}"/>
              </a:ext>
            </a:extLst>
          </p:cNvPr>
          <p:cNvGrpSpPr/>
          <p:nvPr/>
        </p:nvGrpSpPr>
        <p:grpSpPr>
          <a:xfrm>
            <a:off x="1089764" y="3758792"/>
            <a:ext cx="4810402" cy="1995732"/>
            <a:chOff x="801584" y="3364577"/>
            <a:chExt cx="5361710" cy="2151526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3E2D1A72-1045-A843-46CF-D9ED81BEF9E5}"/>
                </a:ext>
              </a:extLst>
            </p:cNvPr>
            <p:cNvSpPr/>
            <p:nvPr/>
          </p:nvSpPr>
          <p:spPr>
            <a:xfrm>
              <a:off x="801584" y="3969459"/>
              <a:ext cx="5361710" cy="1546644"/>
            </a:xfrm>
            <a:custGeom>
              <a:avLst/>
              <a:gdLst>
                <a:gd name="csX0" fmla="*/ 1208756 w 4271783"/>
                <a:gd name="csY0" fmla="*/ 502936 h 1271812"/>
                <a:gd name="csX1" fmla="*/ 1075789 w 4271783"/>
                <a:gd name="csY1" fmla="*/ 635903 h 1271812"/>
                <a:gd name="csX2" fmla="*/ 1208756 w 4271783"/>
                <a:gd name="csY2" fmla="*/ 768870 h 1271812"/>
                <a:gd name="csX3" fmla="*/ 3063025 w 4271783"/>
                <a:gd name="csY3" fmla="*/ 768870 h 1271812"/>
                <a:gd name="csX4" fmla="*/ 3195992 w 4271783"/>
                <a:gd name="csY4" fmla="*/ 635903 h 1271812"/>
                <a:gd name="csX5" fmla="*/ 3063025 w 4271783"/>
                <a:gd name="csY5" fmla="*/ 502936 h 1271812"/>
                <a:gd name="csX6" fmla="*/ 628640 w 4271783"/>
                <a:gd name="csY6" fmla="*/ 452522 h 1271812"/>
                <a:gd name="csX7" fmla="*/ 445257 w 4271783"/>
                <a:gd name="csY7" fmla="*/ 635905 h 1271812"/>
                <a:gd name="csX8" fmla="*/ 628640 w 4271783"/>
                <a:gd name="csY8" fmla="*/ 819288 h 1271812"/>
                <a:gd name="csX9" fmla="*/ 812023 w 4271783"/>
                <a:gd name="csY9" fmla="*/ 635905 h 1271812"/>
                <a:gd name="csX10" fmla="*/ 628640 w 4271783"/>
                <a:gd name="csY10" fmla="*/ 452522 h 1271812"/>
                <a:gd name="csX11" fmla="*/ 3643147 w 4271783"/>
                <a:gd name="csY11" fmla="*/ 452521 h 1271812"/>
                <a:gd name="csX12" fmla="*/ 3459764 w 4271783"/>
                <a:gd name="csY12" fmla="*/ 635904 h 1271812"/>
                <a:gd name="csX13" fmla="*/ 3643147 w 4271783"/>
                <a:gd name="csY13" fmla="*/ 819287 h 1271812"/>
                <a:gd name="csX14" fmla="*/ 3826530 w 4271783"/>
                <a:gd name="csY14" fmla="*/ 635904 h 1271812"/>
                <a:gd name="csX15" fmla="*/ 3643147 w 4271783"/>
                <a:gd name="csY15" fmla="*/ 452521 h 1271812"/>
                <a:gd name="csX16" fmla="*/ 315422 w 4271783"/>
                <a:gd name="csY16" fmla="*/ 0 h 1271812"/>
                <a:gd name="csX17" fmla="*/ 3956361 w 4271783"/>
                <a:gd name="csY17" fmla="*/ 0 h 1271812"/>
                <a:gd name="csX18" fmla="*/ 4271783 w 4271783"/>
                <a:gd name="csY18" fmla="*/ 315422 h 1271812"/>
                <a:gd name="csX19" fmla="*/ 4271783 w 4271783"/>
                <a:gd name="csY19" fmla="*/ 956390 h 1271812"/>
                <a:gd name="csX20" fmla="*/ 3956361 w 4271783"/>
                <a:gd name="csY20" fmla="*/ 1271812 h 1271812"/>
                <a:gd name="csX21" fmla="*/ 315422 w 4271783"/>
                <a:gd name="csY21" fmla="*/ 1271812 h 1271812"/>
                <a:gd name="csX22" fmla="*/ 0 w 4271783"/>
                <a:gd name="csY22" fmla="*/ 956390 h 1271812"/>
                <a:gd name="csX23" fmla="*/ 0 w 4271783"/>
                <a:gd name="csY23" fmla="*/ 315422 h 1271812"/>
                <a:gd name="csX24" fmla="*/ 315422 w 4271783"/>
                <a:gd name="csY24" fmla="*/ 0 h 1271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4271783" h="1271812">
                  <a:moveTo>
                    <a:pt x="1208756" y="502936"/>
                  </a:moveTo>
                  <a:cubicBezTo>
                    <a:pt x="1135320" y="502936"/>
                    <a:pt x="1075789" y="562467"/>
                    <a:pt x="1075789" y="635903"/>
                  </a:cubicBezTo>
                  <a:cubicBezTo>
                    <a:pt x="1075789" y="709339"/>
                    <a:pt x="1135320" y="768870"/>
                    <a:pt x="1208756" y="768870"/>
                  </a:cubicBezTo>
                  <a:lnTo>
                    <a:pt x="3063025" y="768870"/>
                  </a:lnTo>
                  <a:cubicBezTo>
                    <a:pt x="3136461" y="768870"/>
                    <a:pt x="3195992" y="709339"/>
                    <a:pt x="3195992" y="635903"/>
                  </a:cubicBezTo>
                  <a:cubicBezTo>
                    <a:pt x="3195992" y="562467"/>
                    <a:pt x="3136461" y="502936"/>
                    <a:pt x="3063025" y="502936"/>
                  </a:cubicBezTo>
                  <a:close/>
                  <a:moveTo>
                    <a:pt x="628640" y="452522"/>
                  </a:moveTo>
                  <a:cubicBezTo>
                    <a:pt x="527360" y="452522"/>
                    <a:pt x="445257" y="534625"/>
                    <a:pt x="445257" y="635905"/>
                  </a:cubicBezTo>
                  <a:cubicBezTo>
                    <a:pt x="445257" y="737185"/>
                    <a:pt x="527360" y="819288"/>
                    <a:pt x="628640" y="819288"/>
                  </a:cubicBezTo>
                  <a:cubicBezTo>
                    <a:pt x="729920" y="819288"/>
                    <a:pt x="812023" y="737185"/>
                    <a:pt x="812023" y="635905"/>
                  </a:cubicBezTo>
                  <a:cubicBezTo>
                    <a:pt x="812023" y="534625"/>
                    <a:pt x="729920" y="452522"/>
                    <a:pt x="628640" y="452522"/>
                  </a:cubicBezTo>
                  <a:close/>
                  <a:moveTo>
                    <a:pt x="3643147" y="452521"/>
                  </a:moveTo>
                  <a:cubicBezTo>
                    <a:pt x="3541867" y="452521"/>
                    <a:pt x="3459764" y="534624"/>
                    <a:pt x="3459764" y="635904"/>
                  </a:cubicBezTo>
                  <a:cubicBezTo>
                    <a:pt x="3459764" y="737184"/>
                    <a:pt x="3541867" y="819287"/>
                    <a:pt x="3643147" y="819287"/>
                  </a:cubicBezTo>
                  <a:cubicBezTo>
                    <a:pt x="3744427" y="819287"/>
                    <a:pt x="3826530" y="737184"/>
                    <a:pt x="3826530" y="635904"/>
                  </a:cubicBezTo>
                  <a:cubicBezTo>
                    <a:pt x="3826530" y="534624"/>
                    <a:pt x="3744427" y="452521"/>
                    <a:pt x="3643147" y="452521"/>
                  </a:cubicBezTo>
                  <a:close/>
                  <a:moveTo>
                    <a:pt x="315422" y="0"/>
                  </a:moveTo>
                  <a:lnTo>
                    <a:pt x="3956361" y="0"/>
                  </a:lnTo>
                  <a:cubicBezTo>
                    <a:pt x="4130564" y="0"/>
                    <a:pt x="4271783" y="141219"/>
                    <a:pt x="4271783" y="315422"/>
                  </a:cubicBezTo>
                  <a:lnTo>
                    <a:pt x="4271783" y="956390"/>
                  </a:lnTo>
                  <a:cubicBezTo>
                    <a:pt x="4271783" y="1130593"/>
                    <a:pt x="4130564" y="1271812"/>
                    <a:pt x="3956361" y="1271812"/>
                  </a:cubicBezTo>
                  <a:lnTo>
                    <a:pt x="315422" y="1271812"/>
                  </a:lnTo>
                  <a:cubicBezTo>
                    <a:pt x="141219" y="1271812"/>
                    <a:pt x="0" y="1130593"/>
                    <a:pt x="0" y="956390"/>
                  </a:cubicBezTo>
                  <a:lnTo>
                    <a:pt x="0" y="315422"/>
                  </a:lnTo>
                  <a:cubicBezTo>
                    <a:pt x="0" y="141219"/>
                    <a:pt x="141219" y="0"/>
                    <a:pt x="3154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矩形: 圆角 9">
              <a:extLst>
                <a:ext uri="{FF2B5EF4-FFF2-40B4-BE49-F238E27FC236}">
                  <a16:creationId xmlns:a16="http://schemas.microsoft.com/office/drawing/2014/main" id="{DC200133-15CF-197A-E571-0CE1A7DDCC14}"/>
                </a:ext>
              </a:extLst>
            </p:cNvPr>
            <p:cNvSpPr/>
            <p:nvPr/>
          </p:nvSpPr>
          <p:spPr>
            <a:xfrm>
              <a:off x="4755200" y="3364578"/>
              <a:ext cx="958522" cy="782707"/>
            </a:xfrm>
            <a:custGeom>
              <a:avLst/>
              <a:gdLst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119327 h 715945"/>
                <a:gd name="csX4" fmla="*/ 763674 w 763674"/>
                <a:gd name="csY4" fmla="*/ 596618 h 715945"/>
                <a:gd name="csX5" fmla="*/ 644347 w 763674"/>
                <a:gd name="csY5" fmla="*/ 715945 h 715945"/>
                <a:gd name="csX6" fmla="*/ 119327 w 763674"/>
                <a:gd name="csY6" fmla="*/ 715945 h 715945"/>
                <a:gd name="csX7" fmla="*/ 0 w 763674"/>
                <a:gd name="csY7" fmla="*/ 596618 h 715945"/>
                <a:gd name="csX8" fmla="*/ 0 w 763674"/>
                <a:gd name="csY8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596618 h 715945"/>
                <a:gd name="csX4" fmla="*/ 644347 w 763674"/>
                <a:gd name="csY4" fmla="*/ 715945 h 715945"/>
                <a:gd name="csX5" fmla="*/ 119327 w 763674"/>
                <a:gd name="csY5" fmla="*/ 715945 h 715945"/>
                <a:gd name="csX6" fmla="*/ 0 w 763674"/>
                <a:gd name="csY6" fmla="*/ 596618 h 715945"/>
                <a:gd name="csX7" fmla="*/ 0 w 763674"/>
                <a:gd name="csY7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763674 w 763674"/>
                <a:gd name="csY2" fmla="*/ 596618 h 715945"/>
                <a:gd name="csX3" fmla="*/ 644347 w 763674"/>
                <a:gd name="csY3" fmla="*/ 715945 h 715945"/>
                <a:gd name="csX4" fmla="*/ 119327 w 763674"/>
                <a:gd name="csY4" fmla="*/ 715945 h 715945"/>
                <a:gd name="csX5" fmla="*/ 0 w 763674"/>
                <a:gd name="csY5" fmla="*/ 596618 h 715945"/>
                <a:gd name="csX6" fmla="*/ 0 w 763674"/>
                <a:gd name="csY6" fmla="*/ 119327 h 715945"/>
                <a:gd name="csX0" fmla="*/ 0 w 763674"/>
                <a:gd name="csY0" fmla="*/ 64067 h 660685"/>
                <a:gd name="csX1" fmla="*/ 611696 w 763674"/>
                <a:gd name="csY1" fmla="*/ 6 h 660685"/>
                <a:gd name="csX2" fmla="*/ 763674 w 763674"/>
                <a:gd name="csY2" fmla="*/ 541358 h 660685"/>
                <a:gd name="csX3" fmla="*/ 644347 w 763674"/>
                <a:gd name="csY3" fmla="*/ 660685 h 660685"/>
                <a:gd name="csX4" fmla="*/ 119327 w 763674"/>
                <a:gd name="csY4" fmla="*/ 660685 h 660685"/>
                <a:gd name="csX5" fmla="*/ 0 w 763674"/>
                <a:gd name="csY5" fmla="*/ 541358 h 660685"/>
                <a:gd name="csX6" fmla="*/ 0 w 763674"/>
                <a:gd name="csY6" fmla="*/ 64067 h 660685"/>
                <a:gd name="csX0" fmla="*/ 427055 w 763674"/>
                <a:gd name="csY0" fmla="*/ 37076 h 673888"/>
                <a:gd name="csX1" fmla="*/ 611696 w 763674"/>
                <a:gd name="csY1" fmla="*/ 13209 h 673888"/>
                <a:gd name="csX2" fmla="*/ 763674 w 763674"/>
                <a:gd name="csY2" fmla="*/ 554561 h 673888"/>
                <a:gd name="csX3" fmla="*/ 644347 w 763674"/>
                <a:gd name="csY3" fmla="*/ 673888 h 673888"/>
                <a:gd name="csX4" fmla="*/ 119327 w 763674"/>
                <a:gd name="csY4" fmla="*/ 673888 h 673888"/>
                <a:gd name="csX5" fmla="*/ 0 w 763674"/>
                <a:gd name="csY5" fmla="*/ 554561 h 673888"/>
                <a:gd name="csX6" fmla="*/ 427055 w 763674"/>
                <a:gd name="csY6" fmla="*/ 37076 h 673888"/>
                <a:gd name="csX0" fmla="*/ 427055 w 763674"/>
                <a:gd name="csY0" fmla="*/ 25621 h 662433"/>
                <a:gd name="csX1" fmla="*/ 611696 w 763674"/>
                <a:gd name="csY1" fmla="*/ 1754 h 662433"/>
                <a:gd name="csX2" fmla="*/ 763674 w 763674"/>
                <a:gd name="csY2" fmla="*/ 543106 h 662433"/>
                <a:gd name="csX3" fmla="*/ 644347 w 763674"/>
                <a:gd name="csY3" fmla="*/ 662433 h 662433"/>
                <a:gd name="csX4" fmla="*/ 119327 w 763674"/>
                <a:gd name="csY4" fmla="*/ 662433 h 662433"/>
                <a:gd name="csX5" fmla="*/ 0 w 763674"/>
                <a:gd name="csY5" fmla="*/ 543106 h 662433"/>
                <a:gd name="csX6" fmla="*/ 427055 w 763674"/>
                <a:gd name="csY6" fmla="*/ 25621 h 662433"/>
                <a:gd name="csX0" fmla="*/ 427055 w 763674"/>
                <a:gd name="csY0" fmla="*/ 32916 h 669728"/>
                <a:gd name="csX1" fmla="*/ 611696 w 763674"/>
                <a:gd name="csY1" fmla="*/ 9049 h 669728"/>
                <a:gd name="csX2" fmla="*/ 763674 w 763674"/>
                <a:gd name="csY2" fmla="*/ 550401 h 669728"/>
                <a:gd name="csX3" fmla="*/ 644347 w 763674"/>
                <a:gd name="csY3" fmla="*/ 669728 h 669728"/>
                <a:gd name="csX4" fmla="*/ 119327 w 763674"/>
                <a:gd name="csY4" fmla="*/ 669728 h 669728"/>
                <a:gd name="csX5" fmla="*/ 0 w 763674"/>
                <a:gd name="csY5" fmla="*/ 550401 h 669728"/>
                <a:gd name="csX6" fmla="*/ 427055 w 763674"/>
                <a:gd name="csY6" fmla="*/ 32916 h 669728"/>
                <a:gd name="csX0" fmla="*/ 427055 w 763674"/>
                <a:gd name="csY0" fmla="*/ 0 h 636812"/>
                <a:gd name="csX1" fmla="*/ 763674 w 763674"/>
                <a:gd name="csY1" fmla="*/ 517485 h 636812"/>
                <a:gd name="csX2" fmla="*/ 644347 w 763674"/>
                <a:gd name="csY2" fmla="*/ 636812 h 636812"/>
                <a:gd name="csX3" fmla="*/ 119327 w 763674"/>
                <a:gd name="csY3" fmla="*/ 636812 h 636812"/>
                <a:gd name="csX4" fmla="*/ 0 w 763674"/>
                <a:gd name="csY4" fmla="*/ 517485 h 636812"/>
                <a:gd name="csX5" fmla="*/ 427055 w 763674"/>
                <a:gd name="csY5" fmla="*/ 0 h 636812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63674" h="643623">
                  <a:moveTo>
                    <a:pt x="566684" y="0"/>
                  </a:moveTo>
                  <a:cubicBezTo>
                    <a:pt x="693963" y="0"/>
                    <a:pt x="727459" y="418161"/>
                    <a:pt x="763674" y="524296"/>
                  </a:cubicBezTo>
                  <a:cubicBezTo>
                    <a:pt x="763674" y="590198"/>
                    <a:pt x="710249" y="643623"/>
                    <a:pt x="644347" y="643623"/>
                  </a:cubicBezTo>
                  <a:lnTo>
                    <a:pt x="119327" y="643623"/>
                  </a:lnTo>
                  <a:cubicBezTo>
                    <a:pt x="53425" y="643623"/>
                    <a:pt x="0" y="590198"/>
                    <a:pt x="0" y="524296"/>
                  </a:cubicBezTo>
                  <a:cubicBezTo>
                    <a:pt x="188895" y="349531"/>
                    <a:pt x="454415" y="4485"/>
                    <a:pt x="56668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矩形: 圆角 9">
              <a:extLst>
                <a:ext uri="{FF2B5EF4-FFF2-40B4-BE49-F238E27FC236}">
                  <a16:creationId xmlns:a16="http://schemas.microsoft.com/office/drawing/2014/main" id="{6069FEAC-6F46-704E-5FB9-07BF05E68CBC}"/>
                </a:ext>
              </a:extLst>
            </p:cNvPr>
            <p:cNvSpPr/>
            <p:nvPr/>
          </p:nvSpPr>
          <p:spPr>
            <a:xfrm flipH="1">
              <a:off x="1203357" y="3364577"/>
              <a:ext cx="1093140" cy="782707"/>
            </a:xfrm>
            <a:custGeom>
              <a:avLst/>
              <a:gdLst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119327 h 715945"/>
                <a:gd name="csX4" fmla="*/ 763674 w 763674"/>
                <a:gd name="csY4" fmla="*/ 596618 h 715945"/>
                <a:gd name="csX5" fmla="*/ 644347 w 763674"/>
                <a:gd name="csY5" fmla="*/ 715945 h 715945"/>
                <a:gd name="csX6" fmla="*/ 119327 w 763674"/>
                <a:gd name="csY6" fmla="*/ 715945 h 715945"/>
                <a:gd name="csX7" fmla="*/ 0 w 763674"/>
                <a:gd name="csY7" fmla="*/ 596618 h 715945"/>
                <a:gd name="csX8" fmla="*/ 0 w 763674"/>
                <a:gd name="csY8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596618 h 715945"/>
                <a:gd name="csX4" fmla="*/ 644347 w 763674"/>
                <a:gd name="csY4" fmla="*/ 715945 h 715945"/>
                <a:gd name="csX5" fmla="*/ 119327 w 763674"/>
                <a:gd name="csY5" fmla="*/ 715945 h 715945"/>
                <a:gd name="csX6" fmla="*/ 0 w 763674"/>
                <a:gd name="csY6" fmla="*/ 596618 h 715945"/>
                <a:gd name="csX7" fmla="*/ 0 w 763674"/>
                <a:gd name="csY7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763674 w 763674"/>
                <a:gd name="csY2" fmla="*/ 596618 h 715945"/>
                <a:gd name="csX3" fmla="*/ 644347 w 763674"/>
                <a:gd name="csY3" fmla="*/ 715945 h 715945"/>
                <a:gd name="csX4" fmla="*/ 119327 w 763674"/>
                <a:gd name="csY4" fmla="*/ 715945 h 715945"/>
                <a:gd name="csX5" fmla="*/ 0 w 763674"/>
                <a:gd name="csY5" fmla="*/ 596618 h 715945"/>
                <a:gd name="csX6" fmla="*/ 0 w 763674"/>
                <a:gd name="csY6" fmla="*/ 119327 h 715945"/>
                <a:gd name="csX0" fmla="*/ 0 w 763674"/>
                <a:gd name="csY0" fmla="*/ 64067 h 660685"/>
                <a:gd name="csX1" fmla="*/ 611696 w 763674"/>
                <a:gd name="csY1" fmla="*/ 6 h 660685"/>
                <a:gd name="csX2" fmla="*/ 763674 w 763674"/>
                <a:gd name="csY2" fmla="*/ 541358 h 660685"/>
                <a:gd name="csX3" fmla="*/ 644347 w 763674"/>
                <a:gd name="csY3" fmla="*/ 660685 h 660685"/>
                <a:gd name="csX4" fmla="*/ 119327 w 763674"/>
                <a:gd name="csY4" fmla="*/ 660685 h 660685"/>
                <a:gd name="csX5" fmla="*/ 0 w 763674"/>
                <a:gd name="csY5" fmla="*/ 541358 h 660685"/>
                <a:gd name="csX6" fmla="*/ 0 w 763674"/>
                <a:gd name="csY6" fmla="*/ 64067 h 660685"/>
                <a:gd name="csX0" fmla="*/ 427055 w 763674"/>
                <a:gd name="csY0" fmla="*/ 37076 h 673888"/>
                <a:gd name="csX1" fmla="*/ 611696 w 763674"/>
                <a:gd name="csY1" fmla="*/ 13209 h 673888"/>
                <a:gd name="csX2" fmla="*/ 763674 w 763674"/>
                <a:gd name="csY2" fmla="*/ 554561 h 673888"/>
                <a:gd name="csX3" fmla="*/ 644347 w 763674"/>
                <a:gd name="csY3" fmla="*/ 673888 h 673888"/>
                <a:gd name="csX4" fmla="*/ 119327 w 763674"/>
                <a:gd name="csY4" fmla="*/ 673888 h 673888"/>
                <a:gd name="csX5" fmla="*/ 0 w 763674"/>
                <a:gd name="csY5" fmla="*/ 554561 h 673888"/>
                <a:gd name="csX6" fmla="*/ 427055 w 763674"/>
                <a:gd name="csY6" fmla="*/ 37076 h 673888"/>
                <a:gd name="csX0" fmla="*/ 427055 w 763674"/>
                <a:gd name="csY0" fmla="*/ 25621 h 662433"/>
                <a:gd name="csX1" fmla="*/ 611696 w 763674"/>
                <a:gd name="csY1" fmla="*/ 1754 h 662433"/>
                <a:gd name="csX2" fmla="*/ 763674 w 763674"/>
                <a:gd name="csY2" fmla="*/ 543106 h 662433"/>
                <a:gd name="csX3" fmla="*/ 644347 w 763674"/>
                <a:gd name="csY3" fmla="*/ 662433 h 662433"/>
                <a:gd name="csX4" fmla="*/ 119327 w 763674"/>
                <a:gd name="csY4" fmla="*/ 662433 h 662433"/>
                <a:gd name="csX5" fmla="*/ 0 w 763674"/>
                <a:gd name="csY5" fmla="*/ 543106 h 662433"/>
                <a:gd name="csX6" fmla="*/ 427055 w 763674"/>
                <a:gd name="csY6" fmla="*/ 25621 h 662433"/>
                <a:gd name="csX0" fmla="*/ 427055 w 763674"/>
                <a:gd name="csY0" fmla="*/ 32916 h 669728"/>
                <a:gd name="csX1" fmla="*/ 611696 w 763674"/>
                <a:gd name="csY1" fmla="*/ 9049 h 669728"/>
                <a:gd name="csX2" fmla="*/ 763674 w 763674"/>
                <a:gd name="csY2" fmla="*/ 550401 h 669728"/>
                <a:gd name="csX3" fmla="*/ 644347 w 763674"/>
                <a:gd name="csY3" fmla="*/ 669728 h 669728"/>
                <a:gd name="csX4" fmla="*/ 119327 w 763674"/>
                <a:gd name="csY4" fmla="*/ 669728 h 669728"/>
                <a:gd name="csX5" fmla="*/ 0 w 763674"/>
                <a:gd name="csY5" fmla="*/ 550401 h 669728"/>
                <a:gd name="csX6" fmla="*/ 427055 w 763674"/>
                <a:gd name="csY6" fmla="*/ 32916 h 669728"/>
                <a:gd name="csX0" fmla="*/ 427055 w 763674"/>
                <a:gd name="csY0" fmla="*/ 0 h 636812"/>
                <a:gd name="csX1" fmla="*/ 763674 w 763674"/>
                <a:gd name="csY1" fmla="*/ 517485 h 636812"/>
                <a:gd name="csX2" fmla="*/ 644347 w 763674"/>
                <a:gd name="csY2" fmla="*/ 636812 h 636812"/>
                <a:gd name="csX3" fmla="*/ 119327 w 763674"/>
                <a:gd name="csY3" fmla="*/ 636812 h 636812"/>
                <a:gd name="csX4" fmla="*/ 0 w 763674"/>
                <a:gd name="csY4" fmla="*/ 517485 h 636812"/>
                <a:gd name="csX5" fmla="*/ 427055 w 763674"/>
                <a:gd name="csY5" fmla="*/ 0 h 636812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63674" h="643623">
                  <a:moveTo>
                    <a:pt x="566684" y="0"/>
                  </a:moveTo>
                  <a:cubicBezTo>
                    <a:pt x="693963" y="0"/>
                    <a:pt x="727459" y="418161"/>
                    <a:pt x="763674" y="524296"/>
                  </a:cubicBezTo>
                  <a:cubicBezTo>
                    <a:pt x="763674" y="590198"/>
                    <a:pt x="710249" y="643623"/>
                    <a:pt x="644347" y="643623"/>
                  </a:cubicBezTo>
                  <a:lnTo>
                    <a:pt x="119327" y="643623"/>
                  </a:lnTo>
                  <a:cubicBezTo>
                    <a:pt x="53425" y="643623"/>
                    <a:pt x="0" y="590198"/>
                    <a:pt x="0" y="524296"/>
                  </a:cubicBezTo>
                  <a:cubicBezTo>
                    <a:pt x="188895" y="349531"/>
                    <a:pt x="454415" y="4485"/>
                    <a:pt x="56668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0FF32B0F-1C6F-2C78-4769-B4049B315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23" y="1220187"/>
            <a:ext cx="2165737" cy="2199869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C6FDDE6A-BA96-101E-45E5-A25162BCCC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594" y="1634692"/>
            <a:ext cx="2006696" cy="20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56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69C9E-3717-DAB2-9484-4C2DB61A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EED0469-89DC-05A5-6D4D-5BCF8B69DEAB}"/>
              </a:ext>
            </a:extLst>
          </p:cNvPr>
          <p:cNvGrpSpPr/>
          <p:nvPr/>
        </p:nvGrpSpPr>
        <p:grpSpPr>
          <a:xfrm>
            <a:off x="1710210" y="1772433"/>
            <a:ext cx="3544458" cy="3274370"/>
            <a:chOff x="801584" y="1006571"/>
            <a:chExt cx="5361710" cy="4806094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B40D11F-88B9-9C6D-C0DC-6A02F4C6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0830" y="2246967"/>
              <a:ext cx="1915144" cy="1881546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7F22272-E296-C079-138D-30991CC05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4859" y="1862038"/>
              <a:ext cx="2084852" cy="2048276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0317C7E-7A2A-650B-7688-A26DC8A336EC}"/>
                </a:ext>
              </a:extLst>
            </p:cNvPr>
            <p:cNvGrpSpPr/>
            <p:nvPr/>
          </p:nvGrpSpPr>
          <p:grpSpPr>
            <a:xfrm>
              <a:off x="801584" y="3661139"/>
              <a:ext cx="5361710" cy="2151526"/>
              <a:chOff x="801584" y="3364577"/>
              <a:chExt cx="5361710" cy="2151526"/>
            </a:xfrm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D980029B-B632-787B-C268-A7B782C214B0}"/>
                  </a:ext>
                </a:extLst>
              </p:cNvPr>
              <p:cNvSpPr/>
              <p:nvPr/>
            </p:nvSpPr>
            <p:spPr>
              <a:xfrm>
                <a:off x="801584" y="3969459"/>
                <a:ext cx="5361710" cy="1546644"/>
              </a:xfrm>
              <a:custGeom>
                <a:avLst/>
                <a:gdLst>
                  <a:gd name="csX0" fmla="*/ 1208756 w 4271783"/>
                  <a:gd name="csY0" fmla="*/ 502936 h 1271812"/>
                  <a:gd name="csX1" fmla="*/ 1075789 w 4271783"/>
                  <a:gd name="csY1" fmla="*/ 635903 h 1271812"/>
                  <a:gd name="csX2" fmla="*/ 1208756 w 4271783"/>
                  <a:gd name="csY2" fmla="*/ 768870 h 1271812"/>
                  <a:gd name="csX3" fmla="*/ 3063025 w 4271783"/>
                  <a:gd name="csY3" fmla="*/ 768870 h 1271812"/>
                  <a:gd name="csX4" fmla="*/ 3195992 w 4271783"/>
                  <a:gd name="csY4" fmla="*/ 635903 h 1271812"/>
                  <a:gd name="csX5" fmla="*/ 3063025 w 4271783"/>
                  <a:gd name="csY5" fmla="*/ 502936 h 1271812"/>
                  <a:gd name="csX6" fmla="*/ 628640 w 4271783"/>
                  <a:gd name="csY6" fmla="*/ 452522 h 1271812"/>
                  <a:gd name="csX7" fmla="*/ 445257 w 4271783"/>
                  <a:gd name="csY7" fmla="*/ 635905 h 1271812"/>
                  <a:gd name="csX8" fmla="*/ 628640 w 4271783"/>
                  <a:gd name="csY8" fmla="*/ 819288 h 1271812"/>
                  <a:gd name="csX9" fmla="*/ 812023 w 4271783"/>
                  <a:gd name="csY9" fmla="*/ 635905 h 1271812"/>
                  <a:gd name="csX10" fmla="*/ 628640 w 4271783"/>
                  <a:gd name="csY10" fmla="*/ 452522 h 1271812"/>
                  <a:gd name="csX11" fmla="*/ 3643147 w 4271783"/>
                  <a:gd name="csY11" fmla="*/ 452521 h 1271812"/>
                  <a:gd name="csX12" fmla="*/ 3459764 w 4271783"/>
                  <a:gd name="csY12" fmla="*/ 635904 h 1271812"/>
                  <a:gd name="csX13" fmla="*/ 3643147 w 4271783"/>
                  <a:gd name="csY13" fmla="*/ 819287 h 1271812"/>
                  <a:gd name="csX14" fmla="*/ 3826530 w 4271783"/>
                  <a:gd name="csY14" fmla="*/ 635904 h 1271812"/>
                  <a:gd name="csX15" fmla="*/ 3643147 w 4271783"/>
                  <a:gd name="csY15" fmla="*/ 452521 h 1271812"/>
                  <a:gd name="csX16" fmla="*/ 315422 w 4271783"/>
                  <a:gd name="csY16" fmla="*/ 0 h 1271812"/>
                  <a:gd name="csX17" fmla="*/ 3956361 w 4271783"/>
                  <a:gd name="csY17" fmla="*/ 0 h 1271812"/>
                  <a:gd name="csX18" fmla="*/ 4271783 w 4271783"/>
                  <a:gd name="csY18" fmla="*/ 315422 h 1271812"/>
                  <a:gd name="csX19" fmla="*/ 4271783 w 4271783"/>
                  <a:gd name="csY19" fmla="*/ 956390 h 1271812"/>
                  <a:gd name="csX20" fmla="*/ 3956361 w 4271783"/>
                  <a:gd name="csY20" fmla="*/ 1271812 h 1271812"/>
                  <a:gd name="csX21" fmla="*/ 315422 w 4271783"/>
                  <a:gd name="csY21" fmla="*/ 1271812 h 1271812"/>
                  <a:gd name="csX22" fmla="*/ 0 w 4271783"/>
                  <a:gd name="csY22" fmla="*/ 956390 h 1271812"/>
                  <a:gd name="csX23" fmla="*/ 0 w 4271783"/>
                  <a:gd name="csY23" fmla="*/ 315422 h 1271812"/>
                  <a:gd name="csX24" fmla="*/ 315422 w 4271783"/>
                  <a:gd name="csY24" fmla="*/ 0 h 12718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4271783" h="1271812">
                    <a:moveTo>
                      <a:pt x="1208756" y="502936"/>
                    </a:moveTo>
                    <a:cubicBezTo>
                      <a:pt x="1135320" y="502936"/>
                      <a:pt x="1075789" y="562467"/>
                      <a:pt x="1075789" y="635903"/>
                    </a:cubicBezTo>
                    <a:cubicBezTo>
                      <a:pt x="1075789" y="709339"/>
                      <a:pt x="1135320" y="768870"/>
                      <a:pt x="1208756" y="768870"/>
                    </a:cubicBezTo>
                    <a:lnTo>
                      <a:pt x="3063025" y="768870"/>
                    </a:lnTo>
                    <a:cubicBezTo>
                      <a:pt x="3136461" y="768870"/>
                      <a:pt x="3195992" y="709339"/>
                      <a:pt x="3195992" y="635903"/>
                    </a:cubicBezTo>
                    <a:cubicBezTo>
                      <a:pt x="3195992" y="562467"/>
                      <a:pt x="3136461" y="502936"/>
                      <a:pt x="3063025" y="502936"/>
                    </a:cubicBezTo>
                    <a:close/>
                    <a:moveTo>
                      <a:pt x="628640" y="452522"/>
                    </a:moveTo>
                    <a:cubicBezTo>
                      <a:pt x="527360" y="452522"/>
                      <a:pt x="445257" y="534625"/>
                      <a:pt x="445257" y="635905"/>
                    </a:cubicBezTo>
                    <a:cubicBezTo>
                      <a:pt x="445257" y="737185"/>
                      <a:pt x="527360" y="819288"/>
                      <a:pt x="628640" y="819288"/>
                    </a:cubicBezTo>
                    <a:cubicBezTo>
                      <a:pt x="729920" y="819288"/>
                      <a:pt x="812023" y="737185"/>
                      <a:pt x="812023" y="635905"/>
                    </a:cubicBezTo>
                    <a:cubicBezTo>
                      <a:pt x="812023" y="534625"/>
                      <a:pt x="729920" y="452522"/>
                      <a:pt x="628640" y="452522"/>
                    </a:cubicBezTo>
                    <a:close/>
                    <a:moveTo>
                      <a:pt x="3643147" y="452521"/>
                    </a:moveTo>
                    <a:cubicBezTo>
                      <a:pt x="3541867" y="452521"/>
                      <a:pt x="3459764" y="534624"/>
                      <a:pt x="3459764" y="635904"/>
                    </a:cubicBezTo>
                    <a:cubicBezTo>
                      <a:pt x="3459764" y="737184"/>
                      <a:pt x="3541867" y="819287"/>
                      <a:pt x="3643147" y="819287"/>
                    </a:cubicBezTo>
                    <a:cubicBezTo>
                      <a:pt x="3744427" y="819287"/>
                      <a:pt x="3826530" y="737184"/>
                      <a:pt x="3826530" y="635904"/>
                    </a:cubicBezTo>
                    <a:cubicBezTo>
                      <a:pt x="3826530" y="534624"/>
                      <a:pt x="3744427" y="452521"/>
                      <a:pt x="3643147" y="452521"/>
                    </a:cubicBezTo>
                    <a:close/>
                    <a:moveTo>
                      <a:pt x="315422" y="0"/>
                    </a:moveTo>
                    <a:lnTo>
                      <a:pt x="3956361" y="0"/>
                    </a:lnTo>
                    <a:cubicBezTo>
                      <a:pt x="4130564" y="0"/>
                      <a:pt x="4271783" y="141219"/>
                      <a:pt x="4271783" y="315422"/>
                    </a:cubicBezTo>
                    <a:lnTo>
                      <a:pt x="4271783" y="956390"/>
                    </a:lnTo>
                    <a:cubicBezTo>
                      <a:pt x="4271783" y="1130593"/>
                      <a:pt x="4130564" y="1271812"/>
                      <a:pt x="3956361" y="1271812"/>
                    </a:cubicBezTo>
                    <a:lnTo>
                      <a:pt x="315422" y="1271812"/>
                    </a:lnTo>
                    <a:cubicBezTo>
                      <a:pt x="141219" y="1271812"/>
                      <a:pt x="0" y="1130593"/>
                      <a:pt x="0" y="956390"/>
                    </a:cubicBezTo>
                    <a:lnTo>
                      <a:pt x="0" y="315422"/>
                    </a:lnTo>
                    <a:cubicBezTo>
                      <a:pt x="0" y="141219"/>
                      <a:pt x="141219" y="0"/>
                      <a:pt x="31542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矩形: 圆角 9">
                <a:extLst>
                  <a:ext uri="{FF2B5EF4-FFF2-40B4-BE49-F238E27FC236}">
                    <a16:creationId xmlns:a16="http://schemas.microsoft.com/office/drawing/2014/main" id="{BDF9A56C-12FA-04EB-6EFA-53A1F19053B0}"/>
                  </a:ext>
                </a:extLst>
              </p:cNvPr>
              <p:cNvSpPr/>
              <p:nvPr/>
            </p:nvSpPr>
            <p:spPr>
              <a:xfrm>
                <a:off x="4755200" y="3364578"/>
                <a:ext cx="958522" cy="782707"/>
              </a:xfrm>
              <a:custGeom>
                <a:avLst/>
                <a:gdLst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119327 h 715945"/>
                  <a:gd name="csX4" fmla="*/ 763674 w 763674"/>
                  <a:gd name="csY4" fmla="*/ 596618 h 715945"/>
                  <a:gd name="csX5" fmla="*/ 644347 w 763674"/>
                  <a:gd name="csY5" fmla="*/ 715945 h 715945"/>
                  <a:gd name="csX6" fmla="*/ 119327 w 763674"/>
                  <a:gd name="csY6" fmla="*/ 715945 h 715945"/>
                  <a:gd name="csX7" fmla="*/ 0 w 763674"/>
                  <a:gd name="csY7" fmla="*/ 596618 h 715945"/>
                  <a:gd name="csX8" fmla="*/ 0 w 763674"/>
                  <a:gd name="csY8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596618 h 715945"/>
                  <a:gd name="csX4" fmla="*/ 644347 w 763674"/>
                  <a:gd name="csY4" fmla="*/ 715945 h 715945"/>
                  <a:gd name="csX5" fmla="*/ 119327 w 763674"/>
                  <a:gd name="csY5" fmla="*/ 715945 h 715945"/>
                  <a:gd name="csX6" fmla="*/ 0 w 763674"/>
                  <a:gd name="csY6" fmla="*/ 596618 h 715945"/>
                  <a:gd name="csX7" fmla="*/ 0 w 763674"/>
                  <a:gd name="csY7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763674 w 763674"/>
                  <a:gd name="csY2" fmla="*/ 596618 h 715945"/>
                  <a:gd name="csX3" fmla="*/ 644347 w 763674"/>
                  <a:gd name="csY3" fmla="*/ 715945 h 715945"/>
                  <a:gd name="csX4" fmla="*/ 119327 w 763674"/>
                  <a:gd name="csY4" fmla="*/ 715945 h 715945"/>
                  <a:gd name="csX5" fmla="*/ 0 w 763674"/>
                  <a:gd name="csY5" fmla="*/ 596618 h 715945"/>
                  <a:gd name="csX6" fmla="*/ 0 w 763674"/>
                  <a:gd name="csY6" fmla="*/ 119327 h 715945"/>
                  <a:gd name="csX0" fmla="*/ 0 w 763674"/>
                  <a:gd name="csY0" fmla="*/ 64067 h 660685"/>
                  <a:gd name="csX1" fmla="*/ 611696 w 763674"/>
                  <a:gd name="csY1" fmla="*/ 6 h 660685"/>
                  <a:gd name="csX2" fmla="*/ 763674 w 763674"/>
                  <a:gd name="csY2" fmla="*/ 541358 h 660685"/>
                  <a:gd name="csX3" fmla="*/ 644347 w 763674"/>
                  <a:gd name="csY3" fmla="*/ 660685 h 660685"/>
                  <a:gd name="csX4" fmla="*/ 119327 w 763674"/>
                  <a:gd name="csY4" fmla="*/ 660685 h 660685"/>
                  <a:gd name="csX5" fmla="*/ 0 w 763674"/>
                  <a:gd name="csY5" fmla="*/ 541358 h 660685"/>
                  <a:gd name="csX6" fmla="*/ 0 w 763674"/>
                  <a:gd name="csY6" fmla="*/ 64067 h 660685"/>
                  <a:gd name="csX0" fmla="*/ 427055 w 763674"/>
                  <a:gd name="csY0" fmla="*/ 37076 h 673888"/>
                  <a:gd name="csX1" fmla="*/ 611696 w 763674"/>
                  <a:gd name="csY1" fmla="*/ 13209 h 673888"/>
                  <a:gd name="csX2" fmla="*/ 763674 w 763674"/>
                  <a:gd name="csY2" fmla="*/ 554561 h 673888"/>
                  <a:gd name="csX3" fmla="*/ 644347 w 763674"/>
                  <a:gd name="csY3" fmla="*/ 673888 h 673888"/>
                  <a:gd name="csX4" fmla="*/ 119327 w 763674"/>
                  <a:gd name="csY4" fmla="*/ 673888 h 673888"/>
                  <a:gd name="csX5" fmla="*/ 0 w 763674"/>
                  <a:gd name="csY5" fmla="*/ 554561 h 673888"/>
                  <a:gd name="csX6" fmla="*/ 427055 w 763674"/>
                  <a:gd name="csY6" fmla="*/ 37076 h 673888"/>
                  <a:gd name="csX0" fmla="*/ 427055 w 763674"/>
                  <a:gd name="csY0" fmla="*/ 25621 h 662433"/>
                  <a:gd name="csX1" fmla="*/ 611696 w 763674"/>
                  <a:gd name="csY1" fmla="*/ 1754 h 662433"/>
                  <a:gd name="csX2" fmla="*/ 763674 w 763674"/>
                  <a:gd name="csY2" fmla="*/ 543106 h 662433"/>
                  <a:gd name="csX3" fmla="*/ 644347 w 763674"/>
                  <a:gd name="csY3" fmla="*/ 662433 h 662433"/>
                  <a:gd name="csX4" fmla="*/ 119327 w 763674"/>
                  <a:gd name="csY4" fmla="*/ 662433 h 662433"/>
                  <a:gd name="csX5" fmla="*/ 0 w 763674"/>
                  <a:gd name="csY5" fmla="*/ 543106 h 662433"/>
                  <a:gd name="csX6" fmla="*/ 427055 w 763674"/>
                  <a:gd name="csY6" fmla="*/ 25621 h 662433"/>
                  <a:gd name="csX0" fmla="*/ 427055 w 763674"/>
                  <a:gd name="csY0" fmla="*/ 32916 h 669728"/>
                  <a:gd name="csX1" fmla="*/ 611696 w 763674"/>
                  <a:gd name="csY1" fmla="*/ 9049 h 669728"/>
                  <a:gd name="csX2" fmla="*/ 763674 w 763674"/>
                  <a:gd name="csY2" fmla="*/ 550401 h 669728"/>
                  <a:gd name="csX3" fmla="*/ 644347 w 763674"/>
                  <a:gd name="csY3" fmla="*/ 669728 h 669728"/>
                  <a:gd name="csX4" fmla="*/ 119327 w 763674"/>
                  <a:gd name="csY4" fmla="*/ 669728 h 669728"/>
                  <a:gd name="csX5" fmla="*/ 0 w 763674"/>
                  <a:gd name="csY5" fmla="*/ 550401 h 669728"/>
                  <a:gd name="csX6" fmla="*/ 427055 w 763674"/>
                  <a:gd name="csY6" fmla="*/ 32916 h 669728"/>
                  <a:gd name="csX0" fmla="*/ 427055 w 763674"/>
                  <a:gd name="csY0" fmla="*/ 0 h 636812"/>
                  <a:gd name="csX1" fmla="*/ 763674 w 763674"/>
                  <a:gd name="csY1" fmla="*/ 517485 h 636812"/>
                  <a:gd name="csX2" fmla="*/ 644347 w 763674"/>
                  <a:gd name="csY2" fmla="*/ 636812 h 636812"/>
                  <a:gd name="csX3" fmla="*/ 119327 w 763674"/>
                  <a:gd name="csY3" fmla="*/ 636812 h 636812"/>
                  <a:gd name="csX4" fmla="*/ 0 w 763674"/>
                  <a:gd name="csY4" fmla="*/ 517485 h 636812"/>
                  <a:gd name="csX5" fmla="*/ 427055 w 763674"/>
                  <a:gd name="csY5" fmla="*/ 0 h 636812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63674" h="643623">
                    <a:moveTo>
                      <a:pt x="566684" y="0"/>
                    </a:moveTo>
                    <a:cubicBezTo>
                      <a:pt x="693963" y="0"/>
                      <a:pt x="727459" y="418161"/>
                      <a:pt x="763674" y="524296"/>
                    </a:cubicBezTo>
                    <a:cubicBezTo>
                      <a:pt x="763674" y="590198"/>
                      <a:pt x="710249" y="643623"/>
                      <a:pt x="644347" y="643623"/>
                    </a:cubicBezTo>
                    <a:lnTo>
                      <a:pt x="119327" y="643623"/>
                    </a:lnTo>
                    <a:cubicBezTo>
                      <a:pt x="53425" y="643623"/>
                      <a:pt x="0" y="590198"/>
                      <a:pt x="0" y="524296"/>
                    </a:cubicBezTo>
                    <a:cubicBezTo>
                      <a:pt x="188895" y="349531"/>
                      <a:pt x="454415" y="4485"/>
                      <a:pt x="5666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矩形: 圆角 9">
                <a:extLst>
                  <a:ext uri="{FF2B5EF4-FFF2-40B4-BE49-F238E27FC236}">
                    <a16:creationId xmlns:a16="http://schemas.microsoft.com/office/drawing/2014/main" id="{3E25B2D4-B6E6-F97A-DA09-79192296CFC0}"/>
                  </a:ext>
                </a:extLst>
              </p:cNvPr>
              <p:cNvSpPr/>
              <p:nvPr/>
            </p:nvSpPr>
            <p:spPr>
              <a:xfrm flipH="1">
                <a:off x="1203357" y="3364577"/>
                <a:ext cx="1093140" cy="782707"/>
              </a:xfrm>
              <a:custGeom>
                <a:avLst/>
                <a:gdLst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119327 h 715945"/>
                  <a:gd name="csX4" fmla="*/ 763674 w 763674"/>
                  <a:gd name="csY4" fmla="*/ 596618 h 715945"/>
                  <a:gd name="csX5" fmla="*/ 644347 w 763674"/>
                  <a:gd name="csY5" fmla="*/ 715945 h 715945"/>
                  <a:gd name="csX6" fmla="*/ 119327 w 763674"/>
                  <a:gd name="csY6" fmla="*/ 715945 h 715945"/>
                  <a:gd name="csX7" fmla="*/ 0 w 763674"/>
                  <a:gd name="csY7" fmla="*/ 596618 h 715945"/>
                  <a:gd name="csX8" fmla="*/ 0 w 763674"/>
                  <a:gd name="csY8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596618 h 715945"/>
                  <a:gd name="csX4" fmla="*/ 644347 w 763674"/>
                  <a:gd name="csY4" fmla="*/ 715945 h 715945"/>
                  <a:gd name="csX5" fmla="*/ 119327 w 763674"/>
                  <a:gd name="csY5" fmla="*/ 715945 h 715945"/>
                  <a:gd name="csX6" fmla="*/ 0 w 763674"/>
                  <a:gd name="csY6" fmla="*/ 596618 h 715945"/>
                  <a:gd name="csX7" fmla="*/ 0 w 763674"/>
                  <a:gd name="csY7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763674 w 763674"/>
                  <a:gd name="csY2" fmla="*/ 596618 h 715945"/>
                  <a:gd name="csX3" fmla="*/ 644347 w 763674"/>
                  <a:gd name="csY3" fmla="*/ 715945 h 715945"/>
                  <a:gd name="csX4" fmla="*/ 119327 w 763674"/>
                  <a:gd name="csY4" fmla="*/ 715945 h 715945"/>
                  <a:gd name="csX5" fmla="*/ 0 w 763674"/>
                  <a:gd name="csY5" fmla="*/ 596618 h 715945"/>
                  <a:gd name="csX6" fmla="*/ 0 w 763674"/>
                  <a:gd name="csY6" fmla="*/ 119327 h 715945"/>
                  <a:gd name="csX0" fmla="*/ 0 w 763674"/>
                  <a:gd name="csY0" fmla="*/ 64067 h 660685"/>
                  <a:gd name="csX1" fmla="*/ 611696 w 763674"/>
                  <a:gd name="csY1" fmla="*/ 6 h 660685"/>
                  <a:gd name="csX2" fmla="*/ 763674 w 763674"/>
                  <a:gd name="csY2" fmla="*/ 541358 h 660685"/>
                  <a:gd name="csX3" fmla="*/ 644347 w 763674"/>
                  <a:gd name="csY3" fmla="*/ 660685 h 660685"/>
                  <a:gd name="csX4" fmla="*/ 119327 w 763674"/>
                  <a:gd name="csY4" fmla="*/ 660685 h 660685"/>
                  <a:gd name="csX5" fmla="*/ 0 w 763674"/>
                  <a:gd name="csY5" fmla="*/ 541358 h 660685"/>
                  <a:gd name="csX6" fmla="*/ 0 w 763674"/>
                  <a:gd name="csY6" fmla="*/ 64067 h 660685"/>
                  <a:gd name="csX0" fmla="*/ 427055 w 763674"/>
                  <a:gd name="csY0" fmla="*/ 37076 h 673888"/>
                  <a:gd name="csX1" fmla="*/ 611696 w 763674"/>
                  <a:gd name="csY1" fmla="*/ 13209 h 673888"/>
                  <a:gd name="csX2" fmla="*/ 763674 w 763674"/>
                  <a:gd name="csY2" fmla="*/ 554561 h 673888"/>
                  <a:gd name="csX3" fmla="*/ 644347 w 763674"/>
                  <a:gd name="csY3" fmla="*/ 673888 h 673888"/>
                  <a:gd name="csX4" fmla="*/ 119327 w 763674"/>
                  <a:gd name="csY4" fmla="*/ 673888 h 673888"/>
                  <a:gd name="csX5" fmla="*/ 0 w 763674"/>
                  <a:gd name="csY5" fmla="*/ 554561 h 673888"/>
                  <a:gd name="csX6" fmla="*/ 427055 w 763674"/>
                  <a:gd name="csY6" fmla="*/ 37076 h 673888"/>
                  <a:gd name="csX0" fmla="*/ 427055 w 763674"/>
                  <a:gd name="csY0" fmla="*/ 25621 h 662433"/>
                  <a:gd name="csX1" fmla="*/ 611696 w 763674"/>
                  <a:gd name="csY1" fmla="*/ 1754 h 662433"/>
                  <a:gd name="csX2" fmla="*/ 763674 w 763674"/>
                  <a:gd name="csY2" fmla="*/ 543106 h 662433"/>
                  <a:gd name="csX3" fmla="*/ 644347 w 763674"/>
                  <a:gd name="csY3" fmla="*/ 662433 h 662433"/>
                  <a:gd name="csX4" fmla="*/ 119327 w 763674"/>
                  <a:gd name="csY4" fmla="*/ 662433 h 662433"/>
                  <a:gd name="csX5" fmla="*/ 0 w 763674"/>
                  <a:gd name="csY5" fmla="*/ 543106 h 662433"/>
                  <a:gd name="csX6" fmla="*/ 427055 w 763674"/>
                  <a:gd name="csY6" fmla="*/ 25621 h 662433"/>
                  <a:gd name="csX0" fmla="*/ 427055 w 763674"/>
                  <a:gd name="csY0" fmla="*/ 32916 h 669728"/>
                  <a:gd name="csX1" fmla="*/ 611696 w 763674"/>
                  <a:gd name="csY1" fmla="*/ 9049 h 669728"/>
                  <a:gd name="csX2" fmla="*/ 763674 w 763674"/>
                  <a:gd name="csY2" fmla="*/ 550401 h 669728"/>
                  <a:gd name="csX3" fmla="*/ 644347 w 763674"/>
                  <a:gd name="csY3" fmla="*/ 669728 h 669728"/>
                  <a:gd name="csX4" fmla="*/ 119327 w 763674"/>
                  <a:gd name="csY4" fmla="*/ 669728 h 669728"/>
                  <a:gd name="csX5" fmla="*/ 0 w 763674"/>
                  <a:gd name="csY5" fmla="*/ 550401 h 669728"/>
                  <a:gd name="csX6" fmla="*/ 427055 w 763674"/>
                  <a:gd name="csY6" fmla="*/ 32916 h 669728"/>
                  <a:gd name="csX0" fmla="*/ 427055 w 763674"/>
                  <a:gd name="csY0" fmla="*/ 0 h 636812"/>
                  <a:gd name="csX1" fmla="*/ 763674 w 763674"/>
                  <a:gd name="csY1" fmla="*/ 517485 h 636812"/>
                  <a:gd name="csX2" fmla="*/ 644347 w 763674"/>
                  <a:gd name="csY2" fmla="*/ 636812 h 636812"/>
                  <a:gd name="csX3" fmla="*/ 119327 w 763674"/>
                  <a:gd name="csY3" fmla="*/ 636812 h 636812"/>
                  <a:gd name="csX4" fmla="*/ 0 w 763674"/>
                  <a:gd name="csY4" fmla="*/ 517485 h 636812"/>
                  <a:gd name="csX5" fmla="*/ 427055 w 763674"/>
                  <a:gd name="csY5" fmla="*/ 0 h 636812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63674" h="643623">
                    <a:moveTo>
                      <a:pt x="566684" y="0"/>
                    </a:moveTo>
                    <a:cubicBezTo>
                      <a:pt x="693963" y="0"/>
                      <a:pt x="727459" y="418161"/>
                      <a:pt x="763674" y="524296"/>
                    </a:cubicBezTo>
                    <a:cubicBezTo>
                      <a:pt x="763674" y="590198"/>
                      <a:pt x="710249" y="643623"/>
                      <a:pt x="644347" y="643623"/>
                    </a:cubicBezTo>
                    <a:lnTo>
                      <a:pt x="119327" y="643623"/>
                    </a:lnTo>
                    <a:cubicBezTo>
                      <a:pt x="53425" y="643623"/>
                      <a:pt x="0" y="590198"/>
                      <a:pt x="0" y="524296"/>
                    </a:cubicBezTo>
                    <a:cubicBezTo>
                      <a:pt x="188895" y="349531"/>
                      <a:pt x="454415" y="4485"/>
                      <a:pt x="5666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1802504E-DA74-7BEE-1DF3-50DE13D63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969" y="1006571"/>
              <a:ext cx="2465632" cy="242237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45FA693-16EF-135A-9359-C6B959900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3033" y="1463701"/>
              <a:ext cx="2236678" cy="2197438"/>
            </a:xfrm>
            <a:prstGeom prst="rect">
              <a:avLst/>
            </a:prstGeom>
          </p:spPr>
        </p:pic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B1C595E-7FE0-3074-908E-9B4D26D69EC1}"/>
                </a:ext>
              </a:extLst>
            </p:cNvPr>
            <p:cNvGrpSpPr/>
            <p:nvPr/>
          </p:nvGrpSpPr>
          <p:grpSpPr>
            <a:xfrm>
              <a:off x="1203357" y="4028305"/>
              <a:ext cx="4510365" cy="782708"/>
              <a:chOff x="1203357" y="3364577"/>
              <a:chExt cx="4510365" cy="782708"/>
            </a:xfrm>
          </p:grpSpPr>
          <p:sp>
            <p:nvSpPr>
              <p:cNvPr id="24" name="矩形: 圆角 9">
                <a:extLst>
                  <a:ext uri="{FF2B5EF4-FFF2-40B4-BE49-F238E27FC236}">
                    <a16:creationId xmlns:a16="http://schemas.microsoft.com/office/drawing/2014/main" id="{35B2ABAB-E5CC-4F1D-5E37-E9EF3889FB55}"/>
                  </a:ext>
                </a:extLst>
              </p:cNvPr>
              <p:cNvSpPr/>
              <p:nvPr/>
            </p:nvSpPr>
            <p:spPr>
              <a:xfrm>
                <a:off x="4755200" y="3364578"/>
                <a:ext cx="958522" cy="782707"/>
              </a:xfrm>
              <a:custGeom>
                <a:avLst/>
                <a:gdLst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119327 h 715945"/>
                  <a:gd name="csX4" fmla="*/ 763674 w 763674"/>
                  <a:gd name="csY4" fmla="*/ 596618 h 715945"/>
                  <a:gd name="csX5" fmla="*/ 644347 w 763674"/>
                  <a:gd name="csY5" fmla="*/ 715945 h 715945"/>
                  <a:gd name="csX6" fmla="*/ 119327 w 763674"/>
                  <a:gd name="csY6" fmla="*/ 715945 h 715945"/>
                  <a:gd name="csX7" fmla="*/ 0 w 763674"/>
                  <a:gd name="csY7" fmla="*/ 596618 h 715945"/>
                  <a:gd name="csX8" fmla="*/ 0 w 763674"/>
                  <a:gd name="csY8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596618 h 715945"/>
                  <a:gd name="csX4" fmla="*/ 644347 w 763674"/>
                  <a:gd name="csY4" fmla="*/ 715945 h 715945"/>
                  <a:gd name="csX5" fmla="*/ 119327 w 763674"/>
                  <a:gd name="csY5" fmla="*/ 715945 h 715945"/>
                  <a:gd name="csX6" fmla="*/ 0 w 763674"/>
                  <a:gd name="csY6" fmla="*/ 596618 h 715945"/>
                  <a:gd name="csX7" fmla="*/ 0 w 763674"/>
                  <a:gd name="csY7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763674 w 763674"/>
                  <a:gd name="csY2" fmla="*/ 596618 h 715945"/>
                  <a:gd name="csX3" fmla="*/ 644347 w 763674"/>
                  <a:gd name="csY3" fmla="*/ 715945 h 715945"/>
                  <a:gd name="csX4" fmla="*/ 119327 w 763674"/>
                  <a:gd name="csY4" fmla="*/ 715945 h 715945"/>
                  <a:gd name="csX5" fmla="*/ 0 w 763674"/>
                  <a:gd name="csY5" fmla="*/ 596618 h 715945"/>
                  <a:gd name="csX6" fmla="*/ 0 w 763674"/>
                  <a:gd name="csY6" fmla="*/ 119327 h 715945"/>
                  <a:gd name="csX0" fmla="*/ 0 w 763674"/>
                  <a:gd name="csY0" fmla="*/ 64067 h 660685"/>
                  <a:gd name="csX1" fmla="*/ 611696 w 763674"/>
                  <a:gd name="csY1" fmla="*/ 6 h 660685"/>
                  <a:gd name="csX2" fmla="*/ 763674 w 763674"/>
                  <a:gd name="csY2" fmla="*/ 541358 h 660685"/>
                  <a:gd name="csX3" fmla="*/ 644347 w 763674"/>
                  <a:gd name="csY3" fmla="*/ 660685 h 660685"/>
                  <a:gd name="csX4" fmla="*/ 119327 w 763674"/>
                  <a:gd name="csY4" fmla="*/ 660685 h 660685"/>
                  <a:gd name="csX5" fmla="*/ 0 w 763674"/>
                  <a:gd name="csY5" fmla="*/ 541358 h 660685"/>
                  <a:gd name="csX6" fmla="*/ 0 w 763674"/>
                  <a:gd name="csY6" fmla="*/ 64067 h 660685"/>
                  <a:gd name="csX0" fmla="*/ 427055 w 763674"/>
                  <a:gd name="csY0" fmla="*/ 37076 h 673888"/>
                  <a:gd name="csX1" fmla="*/ 611696 w 763674"/>
                  <a:gd name="csY1" fmla="*/ 13209 h 673888"/>
                  <a:gd name="csX2" fmla="*/ 763674 w 763674"/>
                  <a:gd name="csY2" fmla="*/ 554561 h 673888"/>
                  <a:gd name="csX3" fmla="*/ 644347 w 763674"/>
                  <a:gd name="csY3" fmla="*/ 673888 h 673888"/>
                  <a:gd name="csX4" fmla="*/ 119327 w 763674"/>
                  <a:gd name="csY4" fmla="*/ 673888 h 673888"/>
                  <a:gd name="csX5" fmla="*/ 0 w 763674"/>
                  <a:gd name="csY5" fmla="*/ 554561 h 673888"/>
                  <a:gd name="csX6" fmla="*/ 427055 w 763674"/>
                  <a:gd name="csY6" fmla="*/ 37076 h 673888"/>
                  <a:gd name="csX0" fmla="*/ 427055 w 763674"/>
                  <a:gd name="csY0" fmla="*/ 25621 h 662433"/>
                  <a:gd name="csX1" fmla="*/ 611696 w 763674"/>
                  <a:gd name="csY1" fmla="*/ 1754 h 662433"/>
                  <a:gd name="csX2" fmla="*/ 763674 w 763674"/>
                  <a:gd name="csY2" fmla="*/ 543106 h 662433"/>
                  <a:gd name="csX3" fmla="*/ 644347 w 763674"/>
                  <a:gd name="csY3" fmla="*/ 662433 h 662433"/>
                  <a:gd name="csX4" fmla="*/ 119327 w 763674"/>
                  <a:gd name="csY4" fmla="*/ 662433 h 662433"/>
                  <a:gd name="csX5" fmla="*/ 0 w 763674"/>
                  <a:gd name="csY5" fmla="*/ 543106 h 662433"/>
                  <a:gd name="csX6" fmla="*/ 427055 w 763674"/>
                  <a:gd name="csY6" fmla="*/ 25621 h 662433"/>
                  <a:gd name="csX0" fmla="*/ 427055 w 763674"/>
                  <a:gd name="csY0" fmla="*/ 32916 h 669728"/>
                  <a:gd name="csX1" fmla="*/ 611696 w 763674"/>
                  <a:gd name="csY1" fmla="*/ 9049 h 669728"/>
                  <a:gd name="csX2" fmla="*/ 763674 w 763674"/>
                  <a:gd name="csY2" fmla="*/ 550401 h 669728"/>
                  <a:gd name="csX3" fmla="*/ 644347 w 763674"/>
                  <a:gd name="csY3" fmla="*/ 669728 h 669728"/>
                  <a:gd name="csX4" fmla="*/ 119327 w 763674"/>
                  <a:gd name="csY4" fmla="*/ 669728 h 669728"/>
                  <a:gd name="csX5" fmla="*/ 0 w 763674"/>
                  <a:gd name="csY5" fmla="*/ 550401 h 669728"/>
                  <a:gd name="csX6" fmla="*/ 427055 w 763674"/>
                  <a:gd name="csY6" fmla="*/ 32916 h 669728"/>
                  <a:gd name="csX0" fmla="*/ 427055 w 763674"/>
                  <a:gd name="csY0" fmla="*/ 0 h 636812"/>
                  <a:gd name="csX1" fmla="*/ 763674 w 763674"/>
                  <a:gd name="csY1" fmla="*/ 517485 h 636812"/>
                  <a:gd name="csX2" fmla="*/ 644347 w 763674"/>
                  <a:gd name="csY2" fmla="*/ 636812 h 636812"/>
                  <a:gd name="csX3" fmla="*/ 119327 w 763674"/>
                  <a:gd name="csY3" fmla="*/ 636812 h 636812"/>
                  <a:gd name="csX4" fmla="*/ 0 w 763674"/>
                  <a:gd name="csY4" fmla="*/ 517485 h 636812"/>
                  <a:gd name="csX5" fmla="*/ 427055 w 763674"/>
                  <a:gd name="csY5" fmla="*/ 0 h 636812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63674" h="643623">
                    <a:moveTo>
                      <a:pt x="566684" y="0"/>
                    </a:moveTo>
                    <a:cubicBezTo>
                      <a:pt x="693963" y="0"/>
                      <a:pt x="727459" y="418161"/>
                      <a:pt x="763674" y="524296"/>
                    </a:cubicBezTo>
                    <a:cubicBezTo>
                      <a:pt x="763674" y="590198"/>
                      <a:pt x="710249" y="643623"/>
                      <a:pt x="644347" y="643623"/>
                    </a:cubicBezTo>
                    <a:lnTo>
                      <a:pt x="119327" y="643623"/>
                    </a:lnTo>
                    <a:cubicBezTo>
                      <a:pt x="53425" y="643623"/>
                      <a:pt x="0" y="590198"/>
                      <a:pt x="0" y="524296"/>
                    </a:cubicBezTo>
                    <a:cubicBezTo>
                      <a:pt x="188895" y="349531"/>
                      <a:pt x="454415" y="4485"/>
                      <a:pt x="5666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矩形: 圆角 9">
                <a:extLst>
                  <a:ext uri="{FF2B5EF4-FFF2-40B4-BE49-F238E27FC236}">
                    <a16:creationId xmlns:a16="http://schemas.microsoft.com/office/drawing/2014/main" id="{107B4222-D82B-093D-4BD1-D0253958CF56}"/>
                  </a:ext>
                </a:extLst>
              </p:cNvPr>
              <p:cNvSpPr/>
              <p:nvPr/>
            </p:nvSpPr>
            <p:spPr>
              <a:xfrm flipH="1">
                <a:off x="1203357" y="3364577"/>
                <a:ext cx="1093140" cy="782707"/>
              </a:xfrm>
              <a:custGeom>
                <a:avLst/>
                <a:gdLst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119327 h 715945"/>
                  <a:gd name="csX4" fmla="*/ 763674 w 763674"/>
                  <a:gd name="csY4" fmla="*/ 596618 h 715945"/>
                  <a:gd name="csX5" fmla="*/ 644347 w 763674"/>
                  <a:gd name="csY5" fmla="*/ 715945 h 715945"/>
                  <a:gd name="csX6" fmla="*/ 119327 w 763674"/>
                  <a:gd name="csY6" fmla="*/ 715945 h 715945"/>
                  <a:gd name="csX7" fmla="*/ 0 w 763674"/>
                  <a:gd name="csY7" fmla="*/ 596618 h 715945"/>
                  <a:gd name="csX8" fmla="*/ 0 w 763674"/>
                  <a:gd name="csY8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644347 w 763674"/>
                  <a:gd name="csY2" fmla="*/ 0 h 715945"/>
                  <a:gd name="csX3" fmla="*/ 763674 w 763674"/>
                  <a:gd name="csY3" fmla="*/ 596618 h 715945"/>
                  <a:gd name="csX4" fmla="*/ 644347 w 763674"/>
                  <a:gd name="csY4" fmla="*/ 715945 h 715945"/>
                  <a:gd name="csX5" fmla="*/ 119327 w 763674"/>
                  <a:gd name="csY5" fmla="*/ 715945 h 715945"/>
                  <a:gd name="csX6" fmla="*/ 0 w 763674"/>
                  <a:gd name="csY6" fmla="*/ 596618 h 715945"/>
                  <a:gd name="csX7" fmla="*/ 0 w 763674"/>
                  <a:gd name="csY7" fmla="*/ 119327 h 715945"/>
                  <a:gd name="csX0" fmla="*/ 0 w 763674"/>
                  <a:gd name="csY0" fmla="*/ 119327 h 715945"/>
                  <a:gd name="csX1" fmla="*/ 119327 w 763674"/>
                  <a:gd name="csY1" fmla="*/ 0 h 715945"/>
                  <a:gd name="csX2" fmla="*/ 763674 w 763674"/>
                  <a:gd name="csY2" fmla="*/ 596618 h 715945"/>
                  <a:gd name="csX3" fmla="*/ 644347 w 763674"/>
                  <a:gd name="csY3" fmla="*/ 715945 h 715945"/>
                  <a:gd name="csX4" fmla="*/ 119327 w 763674"/>
                  <a:gd name="csY4" fmla="*/ 715945 h 715945"/>
                  <a:gd name="csX5" fmla="*/ 0 w 763674"/>
                  <a:gd name="csY5" fmla="*/ 596618 h 715945"/>
                  <a:gd name="csX6" fmla="*/ 0 w 763674"/>
                  <a:gd name="csY6" fmla="*/ 119327 h 715945"/>
                  <a:gd name="csX0" fmla="*/ 0 w 763674"/>
                  <a:gd name="csY0" fmla="*/ 64067 h 660685"/>
                  <a:gd name="csX1" fmla="*/ 611696 w 763674"/>
                  <a:gd name="csY1" fmla="*/ 6 h 660685"/>
                  <a:gd name="csX2" fmla="*/ 763674 w 763674"/>
                  <a:gd name="csY2" fmla="*/ 541358 h 660685"/>
                  <a:gd name="csX3" fmla="*/ 644347 w 763674"/>
                  <a:gd name="csY3" fmla="*/ 660685 h 660685"/>
                  <a:gd name="csX4" fmla="*/ 119327 w 763674"/>
                  <a:gd name="csY4" fmla="*/ 660685 h 660685"/>
                  <a:gd name="csX5" fmla="*/ 0 w 763674"/>
                  <a:gd name="csY5" fmla="*/ 541358 h 660685"/>
                  <a:gd name="csX6" fmla="*/ 0 w 763674"/>
                  <a:gd name="csY6" fmla="*/ 64067 h 660685"/>
                  <a:gd name="csX0" fmla="*/ 427055 w 763674"/>
                  <a:gd name="csY0" fmla="*/ 37076 h 673888"/>
                  <a:gd name="csX1" fmla="*/ 611696 w 763674"/>
                  <a:gd name="csY1" fmla="*/ 13209 h 673888"/>
                  <a:gd name="csX2" fmla="*/ 763674 w 763674"/>
                  <a:gd name="csY2" fmla="*/ 554561 h 673888"/>
                  <a:gd name="csX3" fmla="*/ 644347 w 763674"/>
                  <a:gd name="csY3" fmla="*/ 673888 h 673888"/>
                  <a:gd name="csX4" fmla="*/ 119327 w 763674"/>
                  <a:gd name="csY4" fmla="*/ 673888 h 673888"/>
                  <a:gd name="csX5" fmla="*/ 0 w 763674"/>
                  <a:gd name="csY5" fmla="*/ 554561 h 673888"/>
                  <a:gd name="csX6" fmla="*/ 427055 w 763674"/>
                  <a:gd name="csY6" fmla="*/ 37076 h 673888"/>
                  <a:gd name="csX0" fmla="*/ 427055 w 763674"/>
                  <a:gd name="csY0" fmla="*/ 25621 h 662433"/>
                  <a:gd name="csX1" fmla="*/ 611696 w 763674"/>
                  <a:gd name="csY1" fmla="*/ 1754 h 662433"/>
                  <a:gd name="csX2" fmla="*/ 763674 w 763674"/>
                  <a:gd name="csY2" fmla="*/ 543106 h 662433"/>
                  <a:gd name="csX3" fmla="*/ 644347 w 763674"/>
                  <a:gd name="csY3" fmla="*/ 662433 h 662433"/>
                  <a:gd name="csX4" fmla="*/ 119327 w 763674"/>
                  <a:gd name="csY4" fmla="*/ 662433 h 662433"/>
                  <a:gd name="csX5" fmla="*/ 0 w 763674"/>
                  <a:gd name="csY5" fmla="*/ 543106 h 662433"/>
                  <a:gd name="csX6" fmla="*/ 427055 w 763674"/>
                  <a:gd name="csY6" fmla="*/ 25621 h 662433"/>
                  <a:gd name="csX0" fmla="*/ 427055 w 763674"/>
                  <a:gd name="csY0" fmla="*/ 32916 h 669728"/>
                  <a:gd name="csX1" fmla="*/ 611696 w 763674"/>
                  <a:gd name="csY1" fmla="*/ 9049 h 669728"/>
                  <a:gd name="csX2" fmla="*/ 763674 w 763674"/>
                  <a:gd name="csY2" fmla="*/ 550401 h 669728"/>
                  <a:gd name="csX3" fmla="*/ 644347 w 763674"/>
                  <a:gd name="csY3" fmla="*/ 669728 h 669728"/>
                  <a:gd name="csX4" fmla="*/ 119327 w 763674"/>
                  <a:gd name="csY4" fmla="*/ 669728 h 669728"/>
                  <a:gd name="csX5" fmla="*/ 0 w 763674"/>
                  <a:gd name="csY5" fmla="*/ 550401 h 669728"/>
                  <a:gd name="csX6" fmla="*/ 427055 w 763674"/>
                  <a:gd name="csY6" fmla="*/ 32916 h 669728"/>
                  <a:gd name="csX0" fmla="*/ 427055 w 763674"/>
                  <a:gd name="csY0" fmla="*/ 0 h 636812"/>
                  <a:gd name="csX1" fmla="*/ 763674 w 763674"/>
                  <a:gd name="csY1" fmla="*/ 517485 h 636812"/>
                  <a:gd name="csX2" fmla="*/ 644347 w 763674"/>
                  <a:gd name="csY2" fmla="*/ 636812 h 636812"/>
                  <a:gd name="csX3" fmla="*/ 119327 w 763674"/>
                  <a:gd name="csY3" fmla="*/ 636812 h 636812"/>
                  <a:gd name="csX4" fmla="*/ 0 w 763674"/>
                  <a:gd name="csY4" fmla="*/ 517485 h 636812"/>
                  <a:gd name="csX5" fmla="*/ 427055 w 763674"/>
                  <a:gd name="csY5" fmla="*/ 0 h 636812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  <a:gd name="csX0" fmla="*/ 566684 w 763674"/>
                  <a:gd name="csY0" fmla="*/ 0 h 643623"/>
                  <a:gd name="csX1" fmla="*/ 763674 w 763674"/>
                  <a:gd name="csY1" fmla="*/ 524296 h 643623"/>
                  <a:gd name="csX2" fmla="*/ 644347 w 763674"/>
                  <a:gd name="csY2" fmla="*/ 643623 h 643623"/>
                  <a:gd name="csX3" fmla="*/ 119327 w 763674"/>
                  <a:gd name="csY3" fmla="*/ 643623 h 643623"/>
                  <a:gd name="csX4" fmla="*/ 0 w 763674"/>
                  <a:gd name="csY4" fmla="*/ 524296 h 643623"/>
                  <a:gd name="csX5" fmla="*/ 566684 w 763674"/>
                  <a:gd name="csY5" fmla="*/ 0 h 643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63674" h="643623">
                    <a:moveTo>
                      <a:pt x="566684" y="0"/>
                    </a:moveTo>
                    <a:cubicBezTo>
                      <a:pt x="693963" y="0"/>
                      <a:pt x="727459" y="418161"/>
                      <a:pt x="763674" y="524296"/>
                    </a:cubicBezTo>
                    <a:cubicBezTo>
                      <a:pt x="763674" y="590198"/>
                      <a:pt x="710249" y="643623"/>
                      <a:pt x="644347" y="643623"/>
                    </a:cubicBezTo>
                    <a:lnTo>
                      <a:pt x="119327" y="643623"/>
                    </a:lnTo>
                    <a:cubicBezTo>
                      <a:pt x="53425" y="643623"/>
                      <a:pt x="0" y="590198"/>
                      <a:pt x="0" y="524296"/>
                    </a:cubicBezTo>
                    <a:cubicBezTo>
                      <a:pt x="188895" y="349531"/>
                      <a:pt x="454415" y="4485"/>
                      <a:pt x="5666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A8E9DAAF-26B4-1925-5989-58EC24370FA4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6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8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584FE-795D-F388-10CB-9DA03F5D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5304DFFF-E9EC-F209-6759-FFFB1C69EFCF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248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D3012FB-2D53-BCCF-4837-7749580E28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686" y="2361241"/>
            <a:ext cx="1718223" cy="1745301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46FCD93-D94D-A9DF-F298-339E4CF4A4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809" y="2004185"/>
            <a:ext cx="1870481" cy="1899958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C1709D05-25C3-0196-8882-39FB9E035BE8}"/>
              </a:ext>
            </a:extLst>
          </p:cNvPr>
          <p:cNvGrpSpPr/>
          <p:nvPr/>
        </p:nvGrpSpPr>
        <p:grpSpPr>
          <a:xfrm>
            <a:off x="1089764" y="3758792"/>
            <a:ext cx="4810402" cy="1995732"/>
            <a:chOff x="801584" y="3364577"/>
            <a:chExt cx="5361710" cy="2151526"/>
          </a:xfrm>
        </p:grpSpPr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2B9D4457-EC9D-A4B8-40F0-FD6A46745B05}"/>
                </a:ext>
              </a:extLst>
            </p:cNvPr>
            <p:cNvSpPr/>
            <p:nvPr/>
          </p:nvSpPr>
          <p:spPr>
            <a:xfrm>
              <a:off x="801584" y="3969459"/>
              <a:ext cx="5361710" cy="1546644"/>
            </a:xfrm>
            <a:custGeom>
              <a:avLst/>
              <a:gdLst>
                <a:gd name="csX0" fmla="*/ 1208756 w 4271783"/>
                <a:gd name="csY0" fmla="*/ 502936 h 1271812"/>
                <a:gd name="csX1" fmla="*/ 1075789 w 4271783"/>
                <a:gd name="csY1" fmla="*/ 635903 h 1271812"/>
                <a:gd name="csX2" fmla="*/ 1208756 w 4271783"/>
                <a:gd name="csY2" fmla="*/ 768870 h 1271812"/>
                <a:gd name="csX3" fmla="*/ 3063025 w 4271783"/>
                <a:gd name="csY3" fmla="*/ 768870 h 1271812"/>
                <a:gd name="csX4" fmla="*/ 3195992 w 4271783"/>
                <a:gd name="csY4" fmla="*/ 635903 h 1271812"/>
                <a:gd name="csX5" fmla="*/ 3063025 w 4271783"/>
                <a:gd name="csY5" fmla="*/ 502936 h 1271812"/>
                <a:gd name="csX6" fmla="*/ 628640 w 4271783"/>
                <a:gd name="csY6" fmla="*/ 452522 h 1271812"/>
                <a:gd name="csX7" fmla="*/ 445257 w 4271783"/>
                <a:gd name="csY7" fmla="*/ 635905 h 1271812"/>
                <a:gd name="csX8" fmla="*/ 628640 w 4271783"/>
                <a:gd name="csY8" fmla="*/ 819288 h 1271812"/>
                <a:gd name="csX9" fmla="*/ 812023 w 4271783"/>
                <a:gd name="csY9" fmla="*/ 635905 h 1271812"/>
                <a:gd name="csX10" fmla="*/ 628640 w 4271783"/>
                <a:gd name="csY10" fmla="*/ 452522 h 1271812"/>
                <a:gd name="csX11" fmla="*/ 3643147 w 4271783"/>
                <a:gd name="csY11" fmla="*/ 452521 h 1271812"/>
                <a:gd name="csX12" fmla="*/ 3459764 w 4271783"/>
                <a:gd name="csY12" fmla="*/ 635904 h 1271812"/>
                <a:gd name="csX13" fmla="*/ 3643147 w 4271783"/>
                <a:gd name="csY13" fmla="*/ 819287 h 1271812"/>
                <a:gd name="csX14" fmla="*/ 3826530 w 4271783"/>
                <a:gd name="csY14" fmla="*/ 635904 h 1271812"/>
                <a:gd name="csX15" fmla="*/ 3643147 w 4271783"/>
                <a:gd name="csY15" fmla="*/ 452521 h 1271812"/>
                <a:gd name="csX16" fmla="*/ 315422 w 4271783"/>
                <a:gd name="csY16" fmla="*/ 0 h 1271812"/>
                <a:gd name="csX17" fmla="*/ 3956361 w 4271783"/>
                <a:gd name="csY17" fmla="*/ 0 h 1271812"/>
                <a:gd name="csX18" fmla="*/ 4271783 w 4271783"/>
                <a:gd name="csY18" fmla="*/ 315422 h 1271812"/>
                <a:gd name="csX19" fmla="*/ 4271783 w 4271783"/>
                <a:gd name="csY19" fmla="*/ 956390 h 1271812"/>
                <a:gd name="csX20" fmla="*/ 3956361 w 4271783"/>
                <a:gd name="csY20" fmla="*/ 1271812 h 1271812"/>
                <a:gd name="csX21" fmla="*/ 315422 w 4271783"/>
                <a:gd name="csY21" fmla="*/ 1271812 h 1271812"/>
                <a:gd name="csX22" fmla="*/ 0 w 4271783"/>
                <a:gd name="csY22" fmla="*/ 956390 h 1271812"/>
                <a:gd name="csX23" fmla="*/ 0 w 4271783"/>
                <a:gd name="csY23" fmla="*/ 315422 h 1271812"/>
                <a:gd name="csX24" fmla="*/ 315422 w 4271783"/>
                <a:gd name="csY24" fmla="*/ 0 h 1271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4271783" h="1271812">
                  <a:moveTo>
                    <a:pt x="1208756" y="502936"/>
                  </a:moveTo>
                  <a:cubicBezTo>
                    <a:pt x="1135320" y="502936"/>
                    <a:pt x="1075789" y="562467"/>
                    <a:pt x="1075789" y="635903"/>
                  </a:cubicBezTo>
                  <a:cubicBezTo>
                    <a:pt x="1075789" y="709339"/>
                    <a:pt x="1135320" y="768870"/>
                    <a:pt x="1208756" y="768870"/>
                  </a:cubicBezTo>
                  <a:lnTo>
                    <a:pt x="3063025" y="768870"/>
                  </a:lnTo>
                  <a:cubicBezTo>
                    <a:pt x="3136461" y="768870"/>
                    <a:pt x="3195992" y="709339"/>
                    <a:pt x="3195992" y="635903"/>
                  </a:cubicBezTo>
                  <a:cubicBezTo>
                    <a:pt x="3195992" y="562467"/>
                    <a:pt x="3136461" y="502936"/>
                    <a:pt x="3063025" y="502936"/>
                  </a:cubicBezTo>
                  <a:close/>
                  <a:moveTo>
                    <a:pt x="628640" y="452522"/>
                  </a:moveTo>
                  <a:cubicBezTo>
                    <a:pt x="527360" y="452522"/>
                    <a:pt x="445257" y="534625"/>
                    <a:pt x="445257" y="635905"/>
                  </a:cubicBezTo>
                  <a:cubicBezTo>
                    <a:pt x="445257" y="737185"/>
                    <a:pt x="527360" y="819288"/>
                    <a:pt x="628640" y="819288"/>
                  </a:cubicBezTo>
                  <a:cubicBezTo>
                    <a:pt x="729920" y="819288"/>
                    <a:pt x="812023" y="737185"/>
                    <a:pt x="812023" y="635905"/>
                  </a:cubicBezTo>
                  <a:cubicBezTo>
                    <a:pt x="812023" y="534625"/>
                    <a:pt x="729920" y="452522"/>
                    <a:pt x="628640" y="452522"/>
                  </a:cubicBezTo>
                  <a:close/>
                  <a:moveTo>
                    <a:pt x="3643147" y="452521"/>
                  </a:moveTo>
                  <a:cubicBezTo>
                    <a:pt x="3541867" y="452521"/>
                    <a:pt x="3459764" y="534624"/>
                    <a:pt x="3459764" y="635904"/>
                  </a:cubicBezTo>
                  <a:cubicBezTo>
                    <a:pt x="3459764" y="737184"/>
                    <a:pt x="3541867" y="819287"/>
                    <a:pt x="3643147" y="819287"/>
                  </a:cubicBezTo>
                  <a:cubicBezTo>
                    <a:pt x="3744427" y="819287"/>
                    <a:pt x="3826530" y="737184"/>
                    <a:pt x="3826530" y="635904"/>
                  </a:cubicBezTo>
                  <a:cubicBezTo>
                    <a:pt x="3826530" y="534624"/>
                    <a:pt x="3744427" y="452521"/>
                    <a:pt x="3643147" y="452521"/>
                  </a:cubicBezTo>
                  <a:close/>
                  <a:moveTo>
                    <a:pt x="315422" y="0"/>
                  </a:moveTo>
                  <a:lnTo>
                    <a:pt x="3956361" y="0"/>
                  </a:lnTo>
                  <a:cubicBezTo>
                    <a:pt x="4130564" y="0"/>
                    <a:pt x="4271783" y="141219"/>
                    <a:pt x="4271783" y="315422"/>
                  </a:cubicBezTo>
                  <a:lnTo>
                    <a:pt x="4271783" y="956390"/>
                  </a:lnTo>
                  <a:cubicBezTo>
                    <a:pt x="4271783" y="1130593"/>
                    <a:pt x="4130564" y="1271812"/>
                    <a:pt x="3956361" y="1271812"/>
                  </a:cubicBezTo>
                  <a:lnTo>
                    <a:pt x="315422" y="1271812"/>
                  </a:lnTo>
                  <a:cubicBezTo>
                    <a:pt x="141219" y="1271812"/>
                    <a:pt x="0" y="1130593"/>
                    <a:pt x="0" y="956390"/>
                  </a:cubicBezTo>
                  <a:lnTo>
                    <a:pt x="0" y="315422"/>
                  </a:lnTo>
                  <a:cubicBezTo>
                    <a:pt x="0" y="141219"/>
                    <a:pt x="141219" y="0"/>
                    <a:pt x="3154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矩形: 圆角 9">
              <a:extLst>
                <a:ext uri="{FF2B5EF4-FFF2-40B4-BE49-F238E27FC236}">
                  <a16:creationId xmlns:a16="http://schemas.microsoft.com/office/drawing/2014/main" id="{1D5CCA97-684A-33A1-E499-E9235E8F546D}"/>
                </a:ext>
              </a:extLst>
            </p:cNvPr>
            <p:cNvSpPr/>
            <p:nvPr/>
          </p:nvSpPr>
          <p:spPr>
            <a:xfrm>
              <a:off x="4755200" y="3364578"/>
              <a:ext cx="958522" cy="782707"/>
            </a:xfrm>
            <a:custGeom>
              <a:avLst/>
              <a:gdLst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119327 h 715945"/>
                <a:gd name="csX4" fmla="*/ 763674 w 763674"/>
                <a:gd name="csY4" fmla="*/ 596618 h 715945"/>
                <a:gd name="csX5" fmla="*/ 644347 w 763674"/>
                <a:gd name="csY5" fmla="*/ 715945 h 715945"/>
                <a:gd name="csX6" fmla="*/ 119327 w 763674"/>
                <a:gd name="csY6" fmla="*/ 715945 h 715945"/>
                <a:gd name="csX7" fmla="*/ 0 w 763674"/>
                <a:gd name="csY7" fmla="*/ 596618 h 715945"/>
                <a:gd name="csX8" fmla="*/ 0 w 763674"/>
                <a:gd name="csY8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596618 h 715945"/>
                <a:gd name="csX4" fmla="*/ 644347 w 763674"/>
                <a:gd name="csY4" fmla="*/ 715945 h 715945"/>
                <a:gd name="csX5" fmla="*/ 119327 w 763674"/>
                <a:gd name="csY5" fmla="*/ 715945 h 715945"/>
                <a:gd name="csX6" fmla="*/ 0 w 763674"/>
                <a:gd name="csY6" fmla="*/ 596618 h 715945"/>
                <a:gd name="csX7" fmla="*/ 0 w 763674"/>
                <a:gd name="csY7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763674 w 763674"/>
                <a:gd name="csY2" fmla="*/ 596618 h 715945"/>
                <a:gd name="csX3" fmla="*/ 644347 w 763674"/>
                <a:gd name="csY3" fmla="*/ 715945 h 715945"/>
                <a:gd name="csX4" fmla="*/ 119327 w 763674"/>
                <a:gd name="csY4" fmla="*/ 715945 h 715945"/>
                <a:gd name="csX5" fmla="*/ 0 w 763674"/>
                <a:gd name="csY5" fmla="*/ 596618 h 715945"/>
                <a:gd name="csX6" fmla="*/ 0 w 763674"/>
                <a:gd name="csY6" fmla="*/ 119327 h 715945"/>
                <a:gd name="csX0" fmla="*/ 0 w 763674"/>
                <a:gd name="csY0" fmla="*/ 64067 h 660685"/>
                <a:gd name="csX1" fmla="*/ 611696 w 763674"/>
                <a:gd name="csY1" fmla="*/ 6 h 660685"/>
                <a:gd name="csX2" fmla="*/ 763674 w 763674"/>
                <a:gd name="csY2" fmla="*/ 541358 h 660685"/>
                <a:gd name="csX3" fmla="*/ 644347 w 763674"/>
                <a:gd name="csY3" fmla="*/ 660685 h 660685"/>
                <a:gd name="csX4" fmla="*/ 119327 w 763674"/>
                <a:gd name="csY4" fmla="*/ 660685 h 660685"/>
                <a:gd name="csX5" fmla="*/ 0 w 763674"/>
                <a:gd name="csY5" fmla="*/ 541358 h 660685"/>
                <a:gd name="csX6" fmla="*/ 0 w 763674"/>
                <a:gd name="csY6" fmla="*/ 64067 h 660685"/>
                <a:gd name="csX0" fmla="*/ 427055 w 763674"/>
                <a:gd name="csY0" fmla="*/ 37076 h 673888"/>
                <a:gd name="csX1" fmla="*/ 611696 w 763674"/>
                <a:gd name="csY1" fmla="*/ 13209 h 673888"/>
                <a:gd name="csX2" fmla="*/ 763674 w 763674"/>
                <a:gd name="csY2" fmla="*/ 554561 h 673888"/>
                <a:gd name="csX3" fmla="*/ 644347 w 763674"/>
                <a:gd name="csY3" fmla="*/ 673888 h 673888"/>
                <a:gd name="csX4" fmla="*/ 119327 w 763674"/>
                <a:gd name="csY4" fmla="*/ 673888 h 673888"/>
                <a:gd name="csX5" fmla="*/ 0 w 763674"/>
                <a:gd name="csY5" fmla="*/ 554561 h 673888"/>
                <a:gd name="csX6" fmla="*/ 427055 w 763674"/>
                <a:gd name="csY6" fmla="*/ 37076 h 673888"/>
                <a:gd name="csX0" fmla="*/ 427055 w 763674"/>
                <a:gd name="csY0" fmla="*/ 25621 h 662433"/>
                <a:gd name="csX1" fmla="*/ 611696 w 763674"/>
                <a:gd name="csY1" fmla="*/ 1754 h 662433"/>
                <a:gd name="csX2" fmla="*/ 763674 w 763674"/>
                <a:gd name="csY2" fmla="*/ 543106 h 662433"/>
                <a:gd name="csX3" fmla="*/ 644347 w 763674"/>
                <a:gd name="csY3" fmla="*/ 662433 h 662433"/>
                <a:gd name="csX4" fmla="*/ 119327 w 763674"/>
                <a:gd name="csY4" fmla="*/ 662433 h 662433"/>
                <a:gd name="csX5" fmla="*/ 0 w 763674"/>
                <a:gd name="csY5" fmla="*/ 543106 h 662433"/>
                <a:gd name="csX6" fmla="*/ 427055 w 763674"/>
                <a:gd name="csY6" fmla="*/ 25621 h 662433"/>
                <a:gd name="csX0" fmla="*/ 427055 w 763674"/>
                <a:gd name="csY0" fmla="*/ 32916 h 669728"/>
                <a:gd name="csX1" fmla="*/ 611696 w 763674"/>
                <a:gd name="csY1" fmla="*/ 9049 h 669728"/>
                <a:gd name="csX2" fmla="*/ 763674 w 763674"/>
                <a:gd name="csY2" fmla="*/ 550401 h 669728"/>
                <a:gd name="csX3" fmla="*/ 644347 w 763674"/>
                <a:gd name="csY3" fmla="*/ 669728 h 669728"/>
                <a:gd name="csX4" fmla="*/ 119327 w 763674"/>
                <a:gd name="csY4" fmla="*/ 669728 h 669728"/>
                <a:gd name="csX5" fmla="*/ 0 w 763674"/>
                <a:gd name="csY5" fmla="*/ 550401 h 669728"/>
                <a:gd name="csX6" fmla="*/ 427055 w 763674"/>
                <a:gd name="csY6" fmla="*/ 32916 h 669728"/>
                <a:gd name="csX0" fmla="*/ 427055 w 763674"/>
                <a:gd name="csY0" fmla="*/ 0 h 636812"/>
                <a:gd name="csX1" fmla="*/ 763674 w 763674"/>
                <a:gd name="csY1" fmla="*/ 517485 h 636812"/>
                <a:gd name="csX2" fmla="*/ 644347 w 763674"/>
                <a:gd name="csY2" fmla="*/ 636812 h 636812"/>
                <a:gd name="csX3" fmla="*/ 119327 w 763674"/>
                <a:gd name="csY3" fmla="*/ 636812 h 636812"/>
                <a:gd name="csX4" fmla="*/ 0 w 763674"/>
                <a:gd name="csY4" fmla="*/ 517485 h 636812"/>
                <a:gd name="csX5" fmla="*/ 427055 w 763674"/>
                <a:gd name="csY5" fmla="*/ 0 h 636812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63674" h="643623">
                  <a:moveTo>
                    <a:pt x="566684" y="0"/>
                  </a:moveTo>
                  <a:cubicBezTo>
                    <a:pt x="693963" y="0"/>
                    <a:pt x="727459" y="418161"/>
                    <a:pt x="763674" y="524296"/>
                  </a:cubicBezTo>
                  <a:cubicBezTo>
                    <a:pt x="763674" y="590198"/>
                    <a:pt x="710249" y="643623"/>
                    <a:pt x="644347" y="643623"/>
                  </a:cubicBezTo>
                  <a:lnTo>
                    <a:pt x="119327" y="643623"/>
                  </a:lnTo>
                  <a:cubicBezTo>
                    <a:pt x="53425" y="643623"/>
                    <a:pt x="0" y="590198"/>
                    <a:pt x="0" y="524296"/>
                  </a:cubicBezTo>
                  <a:cubicBezTo>
                    <a:pt x="188895" y="349531"/>
                    <a:pt x="454415" y="4485"/>
                    <a:pt x="56668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矩形: 圆角 9">
              <a:extLst>
                <a:ext uri="{FF2B5EF4-FFF2-40B4-BE49-F238E27FC236}">
                  <a16:creationId xmlns:a16="http://schemas.microsoft.com/office/drawing/2014/main" id="{A311C131-AA57-F669-E723-A2709649970C}"/>
                </a:ext>
              </a:extLst>
            </p:cNvPr>
            <p:cNvSpPr/>
            <p:nvPr/>
          </p:nvSpPr>
          <p:spPr>
            <a:xfrm flipH="1">
              <a:off x="1203357" y="3364577"/>
              <a:ext cx="1093140" cy="782707"/>
            </a:xfrm>
            <a:custGeom>
              <a:avLst/>
              <a:gdLst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119327 h 715945"/>
                <a:gd name="csX4" fmla="*/ 763674 w 763674"/>
                <a:gd name="csY4" fmla="*/ 596618 h 715945"/>
                <a:gd name="csX5" fmla="*/ 644347 w 763674"/>
                <a:gd name="csY5" fmla="*/ 715945 h 715945"/>
                <a:gd name="csX6" fmla="*/ 119327 w 763674"/>
                <a:gd name="csY6" fmla="*/ 715945 h 715945"/>
                <a:gd name="csX7" fmla="*/ 0 w 763674"/>
                <a:gd name="csY7" fmla="*/ 596618 h 715945"/>
                <a:gd name="csX8" fmla="*/ 0 w 763674"/>
                <a:gd name="csY8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644347 w 763674"/>
                <a:gd name="csY2" fmla="*/ 0 h 715945"/>
                <a:gd name="csX3" fmla="*/ 763674 w 763674"/>
                <a:gd name="csY3" fmla="*/ 596618 h 715945"/>
                <a:gd name="csX4" fmla="*/ 644347 w 763674"/>
                <a:gd name="csY4" fmla="*/ 715945 h 715945"/>
                <a:gd name="csX5" fmla="*/ 119327 w 763674"/>
                <a:gd name="csY5" fmla="*/ 715945 h 715945"/>
                <a:gd name="csX6" fmla="*/ 0 w 763674"/>
                <a:gd name="csY6" fmla="*/ 596618 h 715945"/>
                <a:gd name="csX7" fmla="*/ 0 w 763674"/>
                <a:gd name="csY7" fmla="*/ 119327 h 715945"/>
                <a:gd name="csX0" fmla="*/ 0 w 763674"/>
                <a:gd name="csY0" fmla="*/ 119327 h 715945"/>
                <a:gd name="csX1" fmla="*/ 119327 w 763674"/>
                <a:gd name="csY1" fmla="*/ 0 h 715945"/>
                <a:gd name="csX2" fmla="*/ 763674 w 763674"/>
                <a:gd name="csY2" fmla="*/ 596618 h 715945"/>
                <a:gd name="csX3" fmla="*/ 644347 w 763674"/>
                <a:gd name="csY3" fmla="*/ 715945 h 715945"/>
                <a:gd name="csX4" fmla="*/ 119327 w 763674"/>
                <a:gd name="csY4" fmla="*/ 715945 h 715945"/>
                <a:gd name="csX5" fmla="*/ 0 w 763674"/>
                <a:gd name="csY5" fmla="*/ 596618 h 715945"/>
                <a:gd name="csX6" fmla="*/ 0 w 763674"/>
                <a:gd name="csY6" fmla="*/ 119327 h 715945"/>
                <a:gd name="csX0" fmla="*/ 0 w 763674"/>
                <a:gd name="csY0" fmla="*/ 64067 h 660685"/>
                <a:gd name="csX1" fmla="*/ 611696 w 763674"/>
                <a:gd name="csY1" fmla="*/ 6 h 660685"/>
                <a:gd name="csX2" fmla="*/ 763674 w 763674"/>
                <a:gd name="csY2" fmla="*/ 541358 h 660685"/>
                <a:gd name="csX3" fmla="*/ 644347 w 763674"/>
                <a:gd name="csY3" fmla="*/ 660685 h 660685"/>
                <a:gd name="csX4" fmla="*/ 119327 w 763674"/>
                <a:gd name="csY4" fmla="*/ 660685 h 660685"/>
                <a:gd name="csX5" fmla="*/ 0 w 763674"/>
                <a:gd name="csY5" fmla="*/ 541358 h 660685"/>
                <a:gd name="csX6" fmla="*/ 0 w 763674"/>
                <a:gd name="csY6" fmla="*/ 64067 h 660685"/>
                <a:gd name="csX0" fmla="*/ 427055 w 763674"/>
                <a:gd name="csY0" fmla="*/ 37076 h 673888"/>
                <a:gd name="csX1" fmla="*/ 611696 w 763674"/>
                <a:gd name="csY1" fmla="*/ 13209 h 673888"/>
                <a:gd name="csX2" fmla="*/ 763674 w 763674"/>
                <a:gd name="csY2" fmla="*/ 554561 h 673888"/>
                <a:gd name="csX3" fmla="*/ 644347 w 763674"/>
                <a:gd name="csY3" fmla="*/ 673888 h 673888"/>
                <a:gd name="csX4" fmla="*/ 119327 w 763674"/>
                <a:gd name="csY4" fmla="*/ 673888 h 673888"/>
                <a:gd name="csX5" fmla="*/ 0 w 763674"/>
                <a:gd name="csY5" fmla="*/ 554561 h 673888"/>
                <a:gd name="csX6" fmla="*/ 427055 w 763674"/>
                <a:gd name="csY6" fmla="*/ 37076 h 673888"/>
                <a:gd name="csX0" fmla="*/ 427055 w 763674"/>
                <a:gd name="csY0" fmla="*/ 25621 h 662433"/>
                <a:gd name="csX1" fmla="*/ 611696 w 763674"/>
                <a:gd name="csY1" fmla="*/ 1754 h 662433"/>
                <a:gd name="csX2" fmla="*/ 763674 w 763674"/>
                <a:gd name="csY2" fmla="*/ 543106 h 662433"/>
                <a:gd name="csX3" fmla="*/ 644347 w 763674"/>
                <a:gd name="csY3" fmla="*/ 662433 h 662433"/>
                <a:gd name="csX4" fmla="*/ 119327 w 763674"/>
                <a:gd name="csY4" fmla="*/ 662433 h 662433"/>
                <a:gd name="csX5" fmla="*/ 0 w 763674"/>
                <a:gd name="csY5" fmla="*/ 543106 h 662433"/>
                <a:gd name="csX6" fmla="*/ 427055 w 763674"/>
                <a:gd name="csY6" fmla="*/ 25621 h 662433"/>
                <a:gd name="csX0" fmla="*/ 427055 w 763674"/>
                <a:gd name="csY0" fmla="*/ 32916 h 669728"/>
                <a:gd name="csX1" fmla="*/ 611696 w 763674"/>
                <a:gd name="csY1" fmla="*/ 9049 h 669728"/>
                <a:gd name="csX2" fmla="*/ 763674 w 763674"/>
                <a:gd name="csY2" fmla="*/ 550401 h 669728"/>
                <a:gd name="csX3" fmla="*/ 644347 w 763674"/>
                <a:gd name="csY3" fmla="*/ 669728 h 669728"/>
                <a:gd name="csX4" fmla="*/ 119327 w 763674"/>
                <a:gd name="csY4" fmla="*/ 669728 h 669728"/>
                <a:gd name="csX5" fmla="*/ 0 w 763674"/>
                <a:gd name="csY5" fmla="*/ 550401 h 669728"/>
                <a:gd name="csX6" fmla="*/ 427055 w 763674"/>
                <a:gd name="csY6" fmla="*/ 32916 h 669728"/>
                <a:gd name="csX0" fmla="*/ 427055 w 763674"/>
                <a:gd name="csY0" fmla="*/ 0 h 636812"/>
                <a:gd name="csX1" fmla="*/ 763674 w 763674"/>
                <a:gd name="csY1" fmla="*/ 517485 h 636812"/>
                <a:gd name="csX2" fmla="*/ 644347 w 763674"/>
                <a:gd name="csY2" fmla="*/ 636812 h 636812"/>
                <a:gd name="csX3" fmla="*/ 119327 w 763674"/>
                <a:gd name="csY3" fmla="*/ 636812 h 636812"/>
                <a:gd name="csX4" fmla="*/ 0 w 763674"/>
                <a:gd name="csY4" fmla="*/ 517485 h 636812"/>
                <a:gd name="csX5" fmla="*/ 427055 w 763674"/>
                <a:gd name="csY5" fmla="*/ 0 h 636812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  <a:gd name="csX0" fmla="*/ 566684 w 763674"/>
                <a:gd name="csY0" fmla="*/ 0 h 643623"/>
                <a:gd name="csX1" fmla="*/ 763674 w 763674"/>
                <a:gd name="csY1" fmla="*/ 524296 h 643623"/>
                <a:gd name="csX2" fmla="*/ 644347 w 763674"/>
                <a:gd name="csY2" fmla="*/ 643623 h 643623"/>
                <a:gd name="csX3" fmla="*/ 119327 w 763674"/>
                <a:gd name="csY3" fmla="*/ 643623 h 643623"/>
                <a:gd name="csX4" fmla="*/ 0 w 763674"/>
                <a:gd name="csY4" fmla="*/ 524296 h 643623"/>
                <a:gd name="csX5" fmla="*/ 566684 w 763674"/>
                <a:gd name="csY5" fmla="*/ 0 h 6436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63674" h="643623">
                  <a:moveTo>
                    <a:pt x="566684" y="0"/>
                  </a:moveTo>
                  <a:cubicBezTo>
                    <a:pt x="693963" y="0"/>
                    <a:pt x="727459" y="418161"/>
                    <a:pt x="763674" y="524296"/>
                  </a:cubicBezTo>
                  <a:cubicBezTo>
                    <a:pt x="763674" y="590198"/>
                    <a:pt x="710249" y="643623"/>
                    <a:pt x="644347" y="643623"/>
                  </a:cubicBezTo>
                  <a:lnTo>
                    <a:pt x="119327" y="643623"/>
                  </a:lnTo>
                  <a:cubicBezTo>
                    <a:pt x="53425" y="643623"/>
                    <a:pt x="0" y="590198"/>
                    <a:pt x="0" y="524296"/>
                  </a:cubicBezTo>
                  <a:cubicBezTo>
                    <a:pt x="188895" y="349531"/>
                    <a:pt x="454415" y="4485"/>
                    <a:pt x="56668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8" name="图片 37">
            <a:extLst>
              <a:ext uri="{FF2B5EF4-FFF2-40B4-BE49-F238E27FC236}">
                <a16:creationId xmlns:a16="http://schemas.microsoft.com/office/drawing/2014/main" id="{F03B2221-C5EB-EF92-AF8B-FED88EC63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23" y="1220187"/>
            <a:ext cx="2165737" cy="219986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1C613C73-E436-6799-4C0E-ABD9FFA424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594" y="1634692"/>
            <a:ext cx="2006696" cy="20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3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8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7A9B9-46F7-F22F-903C-16F08EDB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49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97</TotalTime>
  <Words>0</Words>
  <Application>Microsoft Office PowerPoint</Application>
  <PresentationFormat>自定义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Meow</dc:creator>
  <cp:lastModifiedBy>Meow</cp:lastModifiedBy>
  <cp:revision>66</cp:revision>
  <dcterms:created xsi:type="dcterms:W3CDTF">2026-01-31T15:42:21Z</dcterms:created>
  <dcterms:modified xsi:type="dcterms:W3CDTF">2026-02-18T08:52:24Z</dcterms:modified>
</cp:coreProperties>
</file>